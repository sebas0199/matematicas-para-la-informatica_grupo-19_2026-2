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30"/>
  </p:notesMasterIdLst>
  <p:sldIdLst>
    <p:sldId id="259" r:id="rId6"/>
    <p:sldId id="435" r:id="rId7"/>
    <p:sldId id="449" r:id="rId8"/>
    <p:sldId id="450" r:id="rId9"/>
    <p:sldId id="451" r:id="rId10"/>
    <p:sldId id="468" r:id="rId11"/>
    <p:sldId id="452" r:id="rId12"/>
    <p:sldId id="453" r:id="rId13"/>
    <p:sldId id="469" r:id="rId14"/>
    <p:sldId id="470" r:id="rId15"/>
    <p:sldId id="454" r:id="rId16"/>
    <p:sldId id="455" r:id="rId17"/>
    <p:sldId id="456" r:id="rId18"/>
    <p:sldId id="457" r:id="rId19"/>
    <p:sldId id="458" r:id="rId20"/>
    <p:sldId id="459" r:id="rId21"/>
    <p:sldId id="460" r:id="rId22"/>
    <p:sldId id="461" r:id="rId23"/>
    <p:sldId id="462" r:id="rId24"/>
    <p:sldId id="464" r:id="rId25"/>
    <p:sldId id="465" r:id="rId26"/>
    <p:sldId id="466" r:id="rId27"/>
    <p:sldId id="467" r:id="rId28"/>
    <p:sldId id="358" r:id="rId2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1842D-0B3E-C4F0-38AD-F9C6520AB797}" v="1" dt="2025-08-14T00:02:49.985"/>
    <p1510:client id="{A9085E3F-640F-8AC8-2CAF-A556D3A012AA}" v="88" dt="2025-08-12T20:32:49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354" y="-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8118@correo.itm.edu.co::dffcc6c4-4ec2-40a3-ba2d-1adaa01cc26d" providerId="AD" clId="Web-{F0891811-0C3E-E044-B339-FA3C78DDAA21}"/>
    <pc:docChg chg="modSld">
      <pc:chgData name="SEBASTIAN MONTOYA VILLADA" userId="S::sebastianmontoya8118@correo.itm.edu.co::dffcc6c4-4ec2-40a3-ba2d-1adaa01cc26d" providerId="AD" clId="Web-{F0891811-0C3E-E044-B339-FA3C78DDAA21}" dt="2025-02-02T16:50:46.608" v="48" actId="20577"/>
      <pc:docMkLst>
        <pc:docMk/>
      </pc:docMkLst>
      <pc:sldChg chg="modSp">
        <pc:chgData name="SEBASTIAN MONTOYA VILLADA" userId="S::sebastianmontoya8118@correo.itm.edu.co::dffcc6c4-4ec2-40a3-ba2d-1adaa01cc26d" providerId="AD" clId="Web-{F0891811-0C3E-E044-B339-FA3C78DDAA21}" dt="2025-02-02T16:50:46.608" v="48" actId="20577"/>
        <pc:sldMkLst>
          <pc:docMk/>
          <pc:sldMk cId="2518797674" sldId="377"/>
        </pc:sldMkLst>
      </pc:sldChg>
    </pc:docChg>
  </pc:docChgLst>
  <pc:docChgLst>
    <pc:chgData name="SEBASTIAN MONTOYA VILLADA" userId="S::sebastianmontoya8118@correo.itm.edu.co::dffcc6c4-4ec2-40a3-ba2d-1adaa01cc26d" providerId="AD" clId="Web-{12ABB21D-7E4B-A741-8DBD-07416A75BBC9}"/>
    <pc:docChg chg="addSld modSld">
      <pc:chgData name="SEBASTIAN MONTOYA VILLADA" userId="S::sebastianmontoya8118@correo.itm.edu.co::dffcc6c4-4ec2-40a3-ba2d-1adaa01cc26d" providerId="AD" clId="Web-{12ABB21D-7E4B-A741-8DBD-07416A75BBC9}" dt="2025-02-06T19:01:40.165" v="84" actId="20577"/>
      <pc:docMkLst>
        <pc:docMk/>
      </pc:docMkLst>
      <pc:sldChg chg="modSp">
        <pc:chgData name="SEBASTIAN MONTOYA VILLADA" userId="S::sebastianmontoya8118@correo.itm.edu.co::dffcc6c4-4ec2-40a3-ba2d-1adaa01cc26d" providerId="AD" clId="Web-{12ABB21D-7E4B-A741-8DBD-07416A75BBC9}" dt="2025-02-06T19:01:40.165" v="84" actId="20577"/>
        <pc:sldMkLst>
          <pc:docMk/>
          <pc:sldMk cId="3747983956" sldId="427"/>
        </pc:sldMkLst>
      </pc:sldChg>
      <pc:sldChg chg="modSp">
        <pc:chgData name="SEBASTIAN MONTOYA VILLADA" userId="S::sebastianmontoya8118@correo.itm.edu.co::dffcc6c4-4ec2-40a3-ba2d-1adaa01cc26d" providerId="AD" clId="Web-{12ABB21D-7E4B-A741-8DBD-07416A75BBC9}" dt="2025-02-06T18:52:16.640" v="48" actId="20577"/>
        <pc:sldMkLst>
          <pc:docMk/>
          <pc:sldMk cId="2353607267" sldId="430"/>
        </pc:sldMkLst>
      </pc:sldChg>
      <pc:sldChg chg="modSp add replId">
        <pc:chgData name="SEBASTIAN MONTOYA VILLADA" userId="S::sebastianmontoya8118@correo.itm.edu.co::dffcc6c4-4ec2-40a3-ba2d-1adaa01cc26d" providerId="AD" clId="Web-{12ABB21D-7E4B-A741-8DBD-07416A75BBC9}" dt="2025-02-06T18:32:55.280" v="33" actId="20577"/>
        <pc:sldMkLst>
          <pc:docMk/>
          <pc:sldMk cId="2958943099" sldId="433"/>
        </pc:sldMkLst>
      </pc:sldChg>
    </pc:docChg>
  </pc:docChgLst>
  <pc:docChgLst>
    <pc:chgData name="SEBASTIAN MONTOYA VILLADA" userId="S::sebastianmontoya8118@correo.itm.edu.co::dffcc6c4-4ec2-40a3-ba2d-1adaa01cc26d" providerId="AD" clId="Web-{4371842D-0B3E-C4F0-38AD-F9C6520AB797}"/>
    <pc:docChg chg="delSld">
      <pc:chgData name="SEBASTIAN MONTOYA VILLADA" userId="S::sebastianmontoya8118@correo.itm.edu.co::dffcc6c4-4ec2-40a3-ba2d-1adaa01cc26d" providerId="AD" clId="Web-{4371842D-0B3E-C4F0-38AD-F9C6520AB797}" dt="2025-08-14T00:02:49.985" v="0"/>
      <pc:docMkLst>
        <pc:docMk/>
      </pc:docMkLst>
      <pc:sldChg chg="del">
        <pc:chgData name="SEBASTIAN MONTOYA VILLADA" userId="S::sebastianmontoya8118@correo.itm.edu.co::dffcc6c4-4ec2-40a3-ba2d-1adaa01cc26d" providerId="AD" clId="Web-{4371842D-0B3E-C4F0-38AD-F9C6520AB797}" dt="2025-08-14T00:02:49.985" v="0"/>
        <pc:sldMkLst>
          <pc:docMk/>
          <pc:sldMk cId="2831281710" sldId="423"/>
        </pc:sldMkLst>
      </pc:sldChg>
    </pc:docChg>
  </pc:docChgLst>
  <pc:docChgLst>
    <pc:chgData name="SEBASTIAN MONTOYA VILLADA" userId="S::sebastianmontoya8118@correo.itm.edu.co::dffcc6c4-4ec2-40a3-ba2d-1adaa01cc26d" providerId="AD" clId="Web-{0E7E6845-1414-57BF-4B89-6166058ECF3B}"/>
    <pc:docChg chg="modSld">
      <pc:chgData name="SEBASTIAN MONTOYA VILLADA" userId="S::sebastianmontoya8118@correo.itm.edu.co::dffcc6c4-4ec2-40a3-ba2d-1adaa01cc26d" providerId="AD" clId="Web-{0E7E6845-1414-57BF-4B89-6166058ECF3B}" dt="2025-02-12T15:13:33.994" v="57"/>
      <pc:docMkLst>
        <pc:docMk/>
      </pc:docMkLst>
      <pc:sldChg chg="modSp">
        <pc:chgData name="SEBASTIAN MONTOYA VILLADA" userId="S::sebastianmontoya8118@correo.itm.edu.co::dffcc6c4-4ec2-40a3-ba2d-1adaa01cc26d" providerId="AD" clId="Web-{0E7E6845-1414-57BF-4B89-6166058ECF3B}" dt="2025-02-12T15:13:33.994" v="57"/>
        <pc:sldMkLst>
          <pc:docMk/>
          <pc:sldMk cId="3952345243" sldId="406"/>
        </pc:sldMkLst>
      </pc:sldChg>
    </pc:docChg>
  </pc:docChgLst>
  <pc:docChgLst>
    <pc:chgData name="SEBASTIAN MONTOYA VILLADA" userId="S::sebastianmontoya8118@correo.itm.edu.co::dffcc6c4-4ec2-40a3-ba2d-1adaa01cc26d" providerId="AD" clId="Web-{A9085E3F-640F-8AC8-2CAF-A556D3A012AA}"/>
    <pc:docChg chg="addSld delSld modSld">
      <pc:chgData name="SEBASTIAN MONTOYA VILLADA" userId="S::sebastianmontoya8118@correo.itm.edu.co::dffcc6c4-4ec2-40a3-ba2d-1adaa01cc26d" providerId="AD" clId="Web-{A9085E3F-640F-8AC8-2CAF-A556D3A012AA}" dt="2025-08-12T20:32:49.389" v="84" actId="1076"/>
      <pc:docMkLst>
        <pc:docMk/>
      </pc:docMkLst>
      <pc:sldChg chg="modSp">
        <pc:chgData name="SEBASTIAN MONTOYA VILLADA" userId="S::sebastianmontoya8118@correo.itm.edu.co::dffcc6c4-4ec2-40a3-ba2d-1adaa01cc26d" providerId="AD" clId="Web-{A9085E3F-640F-8AC8-2CAF-A556D3A012AA}" dt="2025-08-12T19:15:50.527" v="6" actId="1076"/>
        <pc:sldMkLst>
          <pc:docMk/>
          <pc:sldMk cId="3065597046" sldId="405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15:14.573" v="4" actId="20577"/>
          <ac:spMkLst>
            <pc:docMk/>
            <pc:sldMk cId="3065597046" sldId="405"/>
            <ac:spMk id="15" creationId="{85FAB7AA-F6D0-DCD2-169A-663C9F578B7B}"/>
          </ac:spMkLst>
        </pc:spChg>
        <pc:picChg chg="mod">
          <ac:chgData name="SEBASTIAN MONTOYA VILLADA" userId="S::sebastianmontoya8118@correo.itm.edu.co::dffcc6c4-4ec2-40a3-ba2d-1adaa01cc26d" providerId="AD" clId="Web-{A9085E3F-640F-8AC8-2CAF-A556D3A012AA}" dt="2025-08-12T19:15:50.527" v="6" actId="1076"/>
          <ac:picMkLst>
            <pc:docMk/>
            <pc:sldMk cId="3065597046" sldId="405"/>
            <ac:picMk id="16" creationId="{B82471AD-453F-FE32-A520-39111B862C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9:12.618" v="26" actId="1076"/>
        <pc:sldMkLst>
          <pc:docMk/>
          <pc:sldMk cId="2099833142" sldId="409"/>
        </pc:sldMkLst>
        <pc:picChg chg="add mod modCrop">
          <ac:chgData name="SEBASTIAN MONTOYA VILLADA" userId="S::sebastianmontoya8118@correo.itm.edu.co::dffcc6c4-4ec2-40a3-ba2d-1adaa01cc26d" providerId="AD" clId="Web-{A9085E3F-640F-8AC8-2CAF-A556D3A012AA}" dt="2025-08-12T19:29:12.618" v="26" actId="1076"/>
          <ac:picMkLst>
            <pc:docMk/>
            <pc:sldMk cId="2099833142" sldId="409"/>
            <ac:picMk id="2" creationId="{E1E9E397-3AAE-3E2C-904F-97CAAC617C8A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1:05.981" v="32" actId="1076"/>
        <pc:sldMkLst>
          <pc:docMk/>
          <pc:sldMk cId="1253375017" sldId="411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1:05.981" v="32" actId="1076"/>
          <ac:picMkLst>
            <pc:docMk/>
            <pc:sldMk cId="1253375017" sldId="411"/>
            <ac:picMk id="2" creationId="{04956126-4BFB-27E9-D04E-1B80B4AA7AB2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4:01.251" v="38" actId="1076"/>
        <pc:sldMkLst>
          <pc:docMk/>
          <pc:sldMk cId="1563925881" sldId="413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4:01.251" v="38" actId="1076"/>
          <ac:picMkLst>
            <pc:docMk/>
            <pc:sldMk cId="1563925881" sldId="413"/>
            <ac:picMk id="2" creationId="{EB19C2A4-3385-F990-DD12-C1BE3613E0DD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6:58.461" v="44" actId="1076"/>
        <pc:sldMkLst>
          <pc:docMk/>
          <pc:sldMk cId="4289046495" sldId="415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6:58.461" v="44" actId="1076"/>
          <ac:picMkLst>
            <pc:docMk/>
            <pc:sldMk cId="4289046495" sldId="415"/>
            <ac:picMk id="2" creationId="{ECE24E22-13B2-AC5A-D5ED-D761F8A6DE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9:44.258" v="48" actId="1076"/>
        <pc:sldMkLst>
          <pc:docMk/>
          <pc:sldMk cId="3874360725" sldId="41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9:44.258" v="48" actId="1076"/>
          <ac:picMkLst>
            <pc:docMk/>
            <pc:sldMk cId="3874360725" sldId="418"/>
            <ac:picMk id="2" creationId="{F20355AC-76D8-DAD9-33C0-42A20F5BA8C4}"/>
          </ac:picMkLst>
        </pc:picChg>
      </pc:sldChg>
      <pc:sldChg chg="modSp">
        <pc:chgData name="SEBASTIAN MONTOYA VILLADA" userId="S::sebastianmontoya8118@correo.itm.edu.co::dffcc6c4-4ec2-40a3-ba2d-1adaa01cc26d" providerId="AD" clId="Web-{A9085E3F-640F-8AC8-2CAF-A556D3A012AA}" dt="2025-08-12T19:40:02.557" v="50"/>
        <pc:sldMkLst>
          <pc:docMk/>
          <pc:sldMk cId="2616112607" sldId="420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40:02.557" v="50"/>
          <ac:spMkLst>
            <pc:docMk/>
            <pc:sldMk cId="2616112607" sldId="420"/>
            <ac:spMk id="13" creationId="{FDA4B643-DEB4-C77F-0211-C4BA4EE48C1A}"/>
          </ac:spMkLst>
        </pc:spChg>
      </pc:sldChg>
      <pc:sldChg chg="del">
        <pc:chgData name="SEBASTIAN MONTOYA VILLADA" userId="S::sebastianmontoya8118@correo.itm.edu.co::dffcc6c4-4ec2-40a3-ba2d-1adaa01cc26d" providerId="AD" clId="Web-{A9085E3F-640F-8AC8-2CAF-A556D3A012AA}" dt="2025-08-12T20:17:34.972" v="59"/>
        <pc:sldMkLst>
          <pc:docMk/>
          <pc:sldMk cId="1817142743" sldId="421"/>
        </pc:sldMkLst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32:49.389" v="84" actId="1076"/>
        <pc:sldMkLst>
          <pc:docMk/>
          <pc:sldMk cId="4243160153" sldId="42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32:14.919" v="76" actId="1076"/>
          <ac:picMkLst>
            <pc:docMk/>
            <pc:sldMk cId="4243160153" sldId="424"/>
            <ac:picMk id="2" creationId="{3FAE8893-D5D5-DB51-07AF-32142177194D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8.186" v="83" actId="1076"/>
          <ac:picMkLst>
            <pc:docMk/>
            <pc:sldMk cId="4243160153" sldId="424"/>
            <ac:picMk id="14" creationId="{CA992F2E-C4EB-3035-3338-919DEF831901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9.389" v="84" actId="1076"/>
          <ac:picMkLst>
            <pc:docMk/>
            <pc:sldMk cId="4243160153" sldId="424"/>
            <ac:picMk id="15" creationId="{DB23A67A-24EB-F427-E73A-4F0873FE280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26:33.713" v="64" actId="1076"/>
        <pc:sldMkLst>
          <pc:docMk/>
          <pc:sldMk cId="3747983956" sldId="427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26:33.713" v="64" actId="1076"/>
          <ac:picMkLst>
            <pc:docMk/>
            <pc:sldMk cId="3747983956" sldId="427"/>
            <ac:picMk id="2" creationId="{1C04A617-E0EB-E6A2-0B6C-86EEC4B4961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4:37.106" v="10" actId="1076"/>
        <pc:sldMkLst>
          <pc:docMk/>
          <pc:sldMk cId="1762785225" sldId="42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24:37.106" v="10" actId="1076"/>
          <ac:picMkLst>
            <pc:docMk/>
            <pc:sldMk cId="1762785225" sldId="428"/>
            <ac:picMk id="2" creationId="{94A0DFDB-099D-9A6F-7895-A62CF3474301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02:45.449" v="52"/>
        <pc:sldMkLst>
          <pc:docMk/>
          <pc:sldMk cId="1231723398" sldId="429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2:45.449" v="52"/>
          <ac:picMkLst>
            <pc:docMk/>
            <pc:sldMk cId="1231723398" sldId="429"/>
            <ac:picMk id="2" creationId="{64220BF8-05D9-3314-CB6C-528B5F0215CB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15:55.218" v="58"/>
        <pc:sldMkLst>
          <pc:docMk/>
          <pc:sldMk cId="2353607267" sldId="430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15:55.218" v="58"/>
          <ac:picMkLst>
            <pc:docMk/>
            <pc:sldMk cId="2353607267" sldId="430"/>
            <ac:picMk id="2" creationId="{BDAAC5A4-B5B2-604D-D366-6490445BC431}"/>
          </ac:picMkLst>
        </pc:picChg>
      </pc:sldChg>
      <pc:sldChg chg="addSp delSp modSp add replId">
        <pc:chgData name="SEBASTIAN MONTOYA VILLADA" userId="S::sebastianmontoya8118@correo.itm.edu.co::dffcc6c4-4ec2-40a3-ba2d-1adaa01cc26d" providerId="AD" clId="Web-{A9085E3F-640F-8AC8-2CAF-A556D3A012AA}" dt="2025-08-12T20:04:38.999" v="56" actId="1076"/>
        <pc:sldMkLst>
          <pc:docMk/>
          <pc:sldMk cId="3717440452" sldId="43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4:38.999" v="56" actId="1076"/>
          <ac:picMkLst>
            <pc:docMk/>
            <pc:sldMk cId="3717440452" sldId="434"/>
            <ac:picMk id="13" creationId="{EAA64571-95EA-047D-61FC-F0DB3889129C}"/>
          </ac:picMkLst>
        </pc:picChg>
      </pc:sldChg>
    </pc:docChg>
  </pc:docChgLst>
  <pc:docChgLst>
    <pc:chgData name="SEBASTIAN MONTOYA VILLADA" userId="dffcc6c4-4ec2-40a3-ba2d-1adaa01cc26d" providerId="ADAL" clId="{3631816F-C42D-43AB-8BE5-E4DD25D23C65}"/>
    <pc:docChg chg="undo redo custSel addSld delSld modSld sldOrd">
      <pc:chgData name="SEBASTIAN MONTOYA VILLADA" userId="dffcc6c4-4ec2-40a3-ba2d-1adaa01cc26d" providerId="ADAL" clId="{3631816F-C42D-43AB-8BE5-E4DD25D23C65}" dt="2025-02-02T18:01:00.312" v="779" actId="20577"/>
      <pc:docMkLst>
        <pc:docMk/>
      </pc:docMkLst>
      <pc:sldChg chg="modSp mod">
        <pc:chgData name="SEBASTIAN MONTOYA VILLADA" userId="dffcc6c4-4ec2-40a3-ba2d-1adaa01cc26d" providerId="ADAL" clId="{3631816F-C42D-43AB-8BE5-E4DD25D23C65}" dt="2025-02-02T17:03:05.300" v="14" actId="113"/>
        <pc:sldMkLst>
          <pc:docMk/>
          <pc:sldMk cId="488379912" sldId="393"/>
        </pc:sldMkLst>
      </pc:sldChg>
      <pc:sldChg chg="del">
        <pc:chgData name="SEBASTIAN MONTOYA VILLADA" userId="dffcc6c4-4ec2-40a3-ba2d-1adaa01cc26d" providerId="ADAL" clId="{3631816F-C42D-43AB-8BE5-E4DD25D23C65}" dt="2025-02-02T17:02:00.742" v="0" actId="47"/>
        <pc:sldMkLst>
          <pc:docMk/>
          <pc:sldMk cId="2101273427" sldId="394"/>
        </pc:sldMkLst>
      </pc:sldChg>
      <pc:sldChg chg="del">
        <pc:chgData name="SEBASTIAN MONTOYA VILLADA" userId="dffcc6c4-4ec2-40a3-ba2d-1adaa01cc26d" providerId="ADAL" clId="{3631816F-C42D-43AB-8BE5-E4DD25D23C65}" dt="2025-02-02T17:02:01.416" v="1" actId="47"/>
        <pc:sldMkLst>
          <pc:docMk/>
          <pc:sldMk cId="2390427211" sldId="397"/>
        </pc:sldMkLst>
      </pc:sldChg>
      <pc:sldChg chg="addSp modSp mod ord">
        <pc:chgData name="SEBASTIAN MONTOYA VILLADA" userId="dffcc6c4-4ec2-40a3-ba2d-1adaa01cc26d" providerId="ADAL" clId="{3631816F-C42D-43AB-8BE5-E4DD25D23C65}" dt="2025-02-02T17:39:22.546" v="457" actId="20577"/>
        <pc:sldMkLst>
          <pc:docMk/>
          <pc:sldMk cId="656435192" sldId="398"/>
        </pc:sldMkLst>
      </pc:sldChg>
      <pc:sldChg chg="del">
        <pc:chgData name="SEBASTIAN MONTOYA VILLADA" userId="dffcc6c4-4ec2-40a3-ba2d-1adaa01cc26d" providerId="ADAL" clId="{3631816F-C42D-43AB-8BE5-E4DD25D23C65}" dt="2025-02-02T17:02:07.342" v="2" actId="47"/>
        <pc:sldMkLst>
          <pc:docMk/>
          <pc:sldMk cId="3304403443" sldId="399"/>
        </pc:sldMkLst>
      </pc:sldChg>
      <pc:sldChg chg="del">
        <pc:chgData name="SEBASTIAN MONTOYA VILLADA" userId="dffcc6c4-4ec2-40a3-ba2d-1adaa01cc26d" providerId="ADAL" clId="{3631816F-C42D-43AB-8BE5-E4DD25D23C65}" dt="2025-02-02T17:02:12.379" v="3" actId="47"/>
        <pc:sldMkLst>
          <pc:docMk/>
          <pc:sldMk cId="2787044806" sldId="400"/>
        </pc:sldMkLst>
      </pc:sldChg>
      <pc:sldChg chg="del">
        <pc:chgData name="SEBASTIAN MONTOYA VILLADA" userId="dffcc6c4-4ec2-40a3-ba2d-1adaa01cc26d" providerId="ADAL" clId="{3631816F-C42D-43AB-8BE5-E4DD25D23C65}" dt="2025-02-02T17:37:33.435" v="297" actId="47"/>
        <pc:sldMkLst>
          <pc:docMk/>
          <pc:sldMk cId="47168701" sldId="401"/>
        </pc:sldMkLst>
      </pc:sldChg>
      <pc:sldChg chg="modSp">
        <pc:chgData name="SEBASTIAN MONTOYA VILLADA" userId="dffcc6c4-4ec2-40a3-ba2d-1adaa01cc26d" providerId="ADAL" clId="{3631816F-C42D-43AB-8BE5-E4DD25D23C65}" dt="2025-02-02T17:02:58.756" v="13" actId="20577"/>
        <pc:sldMkLst>
          <pc:docMk/>
          <pc:sldMk cId="2608532953" sldId="403"/>
        </pc:sldMkLst>
      </pc:sldChg>
      <pc:sldChg chg="modSp mod">
        <pc:chgData name="SEBASTIAN MONTOYA VILLADA" userId="dffcc6c4-4ec2-40a3-ba2d-1adaa01cc26d" providerId="ADAL" clId="{3631816F-C42D-43AB-8BE5-E4DD25D23C65}" dt="2025-02-02T17:04:29.073" v="32" actId="1076"/>
        <pc:sldMkLst>
          <pc:docMk/>
          <pc:sldMk cId="1301947520" sldId="405"/>
        </pc:sldMkLst>
      </pc:sldChg>
      <pc:sldChg chg="addSp delSp modSp add mod">
        <pc:chgData name="SEBASTIAN MONTOYA VILLADA" userId="dffcc6c4-4ec2-40a3-ba2d-1adaa01cc26d" providerId="ADAL" clId="{3631816F-C42D-43AB-8BE5-E4DD25D23C65}" dt="2025-02-02T17:52:49.619" v="671" actId="20577"/>
        <pc:sldMkLst>
          <pc:docMk/>
          <pc:sldMk cId="4072667157" sldId="406"/>
        </pc:sldMkLst>
      </pc:sldChg>
      <pc:sldChg chg="delSp modSp add mod">
        <pc:chgData name="SEBASTIAN MONTOYA VILLADA" userId="dffcc6c4-4ec2-40a3-ba2d-1adaa01cc26d" providerId="ADAL" clId="{3631816F-C42D-43AB-8BE5-E4DD25D23C65}" dt="2025-02-02T17:12:34.296" v="131" actId="1076"/>
        <pc:sldMkLst>
          <pc:docMk/>
          <pc:sldMk cId="2106485477" sldId="407"/>
        </pc:sldMkLst>
      </pc:sldChg>
      <pc:sldChg chg="modSp add del mod">
        <pc:chgData name="SEBASTIAN MONTOYA VILLADA" userId="dffcc6c4-4ec2-40a3-ba2d-1adaa01cc26d" providerId="ADAL" clId="{3631816F-C42D-43AB-8BE5-E4DD25D23C65}" dt="2025-02-02T17:55:10.721" v="672" actId="47"/>
        <pc:sldMkLst>
          <pc:docMk/>
          <pc:sldMk cId="2579195081" sldId="408"/>
        </pc:sldMkLst>
      </pc:sldChg>
      <pc:sldChg chg="modSp add">
        <pc:chgData name="SEBASTIAN MONTOYA VILLADA" userId="dffcc6c4-4ec2-40a3-ba2d-1adaa01cc26d" providerId="ADAL" clId="{3631816F-C42D-43AB-8BE5-E4DD25D23C65}" dt="2025-02-02T17:24:32.680" v="148" actId="1076"/>
        <pc:sldMkLst>
          <pc:docMk/>
          <pc:sldMk cId="8677875" sldId="409"/>
        </pc:sldMkLst>
      </pc:sldChg>
      <pc:sldChg chg="addSp delSp modSp add mod">
        <pc:chgData name="SEBASTIAN MONTOYA VILLADA" userId="dffcc6c4-4ec2-40a3-ba2d-1adaa01cc26d" providerId="ADAL" clId="{3631816F-C42D-43AB-8BE5-E4DD25D23C65}" dt="2025-02-02T17:18:38.162" v="147" actId="1076"/>
        <pc:sldMkLst>
          <pc:docMk/>
          <pc:sldMk cId="4186104522" sldId="410"/>
        </pc:sldMkLst>
      </pc:sldChg>
      <pc:sldChg chg="add del ord">
        <pc:chgData name="SEBASTIAN MONTOYA VILLADA" userId="dffcc6c4-4ec2-40a3-ba2d-1adaa01cc26d" providerId="ADAL" clId="{3631816F-C42D-43AB-8BE5-E4DD25D23C65}" dt="2025-02-02T17:52:43.562" v="670" actId="47"/>
        <pc:sldMkLst>
          <pc:docMk/>
          <pc:sldMk cId="826557915" sldId="411"/>
        </pc:sldMkLst>
      </pc:sldChg>
      <pc:sldChg chg="addSp modSp add mod">
        <pc:chgData name="SEBASTIAN MONTOYA VILLADA" userId="dffcc6c4-4ec2-40a3-ba2d-1adaa01cc26d" providerId="ADAL" clId="{3631816F-C42D-43AB-8BE5-E4DD25D23C65}" dt="2025-02-02T17:31:21.563" v="201" actId="20577"/>
        <pc:sldMkLst>
          <pc:docMk/>
          <pc:sldMk cId="1378449796" sldId="412"/>
        </pc:sldMkLst>
      </pc:sldChg>
      <pc:sldChg chg="addSp delSp modSp add mod">
        <pc:chgData name="SEBASTIAN MONTOYA VILLADA" userId="dffcc6c4-4ec2-40a3-ba2d-1adaa01cc26d" providerId="ADAL" clId="{3631816F-C42D-43AB-8BE5-E4DD25D23C65}" dt="2025-02-02T17:36:13.703" v="294" actId="20577"/>
        <pc:sldMkLst>
          <pc:docMk/>
          <pc:sldMk cId="1222767551" sldId="413"/>
        </pc:sldMkLst>
      </pc:sldChg>
      <pc:sldChg chg="modSp add mod">
        <pc:chgData name="SEBASTIAN MONTOYA VILLADA" userId="dffcc6c4-4ec2-40a3-ba2d-1adaa01cc26d" providerId="ADAL" clId="{3631816F-C42D-43AB-8BE5-E4DD25D23C65}" dt="2025-02-02T17:44:28.316" v="637" actId="20577"/>
        <pc:sldMkLst>
          <pc:docMk/>
          <pc:sldMk cId="2733277947" sldId="414"/>
        </pc:sldMkLst>
      </pc:sldChg>
      <pc:sldChg chg="modSp add mod">
        <pc:chgData name="SEBASTIAN MONTOYA VILLADA" userId="dffcc6c4-4ec2-40a3-ba2d-1adaa01cc26d" providerId="ADAL" clId="{3631816F-C42D-43AB-8BE5-E4DD25D23C65}" dt="2025-02-02T17:51:15.065" v="669" actId="1076"/>
        <pc:sldMkLst>
          <pc:docMk/>
          <pc:sldMk cId="3342312546" sldId="415"/>
        </pc:sldMkLst>
      </pc:sldChg>
      <pc:sldChg chg="delSp modSp add mod">
        <pc:chgData name="SEBASTIAN MONTOYA VILLADA" userId="dffcc6c4-4ec2-40a3-ba2d-1adaa01cc26d" providerId="ADAL" clId="{3631816F-C42D-43AB-8BE5-E4DD25D23C65}" dt="2025-02-02T17:59:56.766" v="724" actId="20577"/>
        <pc:sldMkLst>
          <pc:docMk/>
          <pc:sldMk cId="3813547514" sldId="416"/>
        </pc:sldMkLst>
      </pc:sldChg>
      <pc:sldChg chg="modSp add mod">
        <pc:chgData name="SEBASTIAN MONTOYA VILLADA" userId="dffcc6c4-4ec2-40a3-ba2d-1adaa01cc26d" providerId="ADAL" clId="{3631816F-C42D-43AB-8BE5-E4DD25D23C65}" dt="2025-02-02T18:01:00.312" v="779" actId="20577"/>
        <pc:sldMkLst>
          <pc:docMk/>
          <pc:sldMk cId="2942061237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4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05525"/>
            <a:ext cx="10648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4" y="1870256"/>
            <a:ext cx="1118139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63055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AGENDA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229975" y="6305550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71562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Qué es un argumento y cuándo es válido</a:t>
            </a:r>
            <a:endParaRPr sz="2400" dirty="0"/>
          </a:p>
        </p:txBody>
      </p:sp>
      <p:sp>
        <p:nvSpPr>
          <p:cNvPr id="103" name="Google Shape;103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71562" y="3583930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Validez mediante tablas de verdad</a:t>
            </a:r>
            <a:endParaRPr sz="2400" dirty="0"/>
          </a:p>
        </p:txBody>
      </p:sp>
      <p:sp>
        <p:nvSpPr>
          <p:cNvPr id="105" name="Google Shape;105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71562" y="4331643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Reglas de inferencia</a:t>
            </a:r>
            <a:endParaRPr sz="2400"/>
          </a:p>
        </p:txBody>
      </p:sp>
      <p:sp>
        <p:nvSpPr>
          <p:cNvPr id="107" name="Google Shape;107;p14"/>
          <p:cNvSpPr txBox="1"/>
          <p:nvPr/>
        </p:nvSpPr>
        <p:spPr>
          <a:xfrm>
            <a:off x="6634163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Derivación de conclusiones paso a paso</a:t>
            </a:r>
            <a:endParaRPr sz="2400"/>
          </a:p>
        </p:txBody>
      </p:sp>
      <p:sp>
        <p:nvSpPr>
          <p:cNvPr id="108" name="Google Shape;108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634163" y="3505498"/>
            <a:ext cx="47720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Falacias frecuentes</a:t>
            </a:r>
            <a:endParaRPr sz="2400"/>
          </a:p>
        </p:txBody>
      </p:sp>
      <p:sp>
        <p:nvSpPr>
          <p:cNvPr id="110" name="Google Shape;110;p14"/>
          <p:cNvSpPr txBox="1"/>
          <p:nvPr/>
        </p:nvSpPr>
        <p:spPr>
          <a:xfrm>
            <a:off x="6362222" y="5133202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 decidir si una conclusión se sigue de unas premisas, y derivarla justificando cada paso.</a:t>
            </a:r>
            <a:endParaRPr sz="2400" dirty="0"/>
          </a:p>
        </p:txBody>
      </p:sp>
      <p:sp>
        <p:nvSpPr>
          <p:cNvPr id="111" name="Google Shape;111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4" y="372091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44624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3867149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 las leyes a los argumentos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Cómo encaja la sesión de hoy en lo que venimos construyendo.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Sesión 2  ·  Formalizar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Pasamos del español a los símbolos con las cinco conectivas.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425696" y="237744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4654296" y="252374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Sesión 3  ·  Transformar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4654296" y="294436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Cambiamos una fórmula por otra equivalente aplicando leyes.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083296" y="237744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8311896" y="252374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Sesión 4  ·  Razonar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8311896" y="294436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Encadenamos varias fórmulas y decidimos si la conclusión se sostiene.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4480560"/>
            <a:ext cx="10652760" cy="16002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 pregunta de hoy</a:t>
            </a:r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1051560" y="5029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Hasta ahora mirábamos una fórmula aislada y preguntábamos «¿es verdadera?». Hoy miramos un conjunto de fórmulas y preguntamos algo distinto: «si acepto estas, ¿estoy obligado a aceptar aquella?».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¿Qué es un argumento?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conjunto de premisas seguido de una conclusión que se afirma que se desprende de ellas.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029200" cy="21488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237744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2651760"/>
            <a:ext cx="448056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400"/>
              </a:spcAft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Si un número es múltiplo de 4, entonces es par.</a:t>
            </a:r>
          </a:p>
          <a:p>
            <a:pPr>
              <a:spcAft>
                <a:spcPts val="1400"/>
              </a:spcAft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12 es múltiplo de 4.</a:t>
            </a:r>
          </a:p>
          <a:p>
            <a:pPr>
              <a:spcAft>
                <a:spcPts val="1400"/>
              </a:spcAft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∴  12 es par.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172200" y="2377440"/>
            <a:ext cx="5248656" cy="1143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6400800" y="2523744"/>
            <a:ext cx="47914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Premisas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00800" y="2944368"/>
            <a:ext cx="47914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Las dos primeras líneas: lo que se acepta como punto de partida.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172200" y="3657600"/>
            <a:ext cx="5248656" cy="1143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00800" y="3803904"/>
            <a:ext cx="47914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Conclusión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400800" y="4224528"/>
            <a:ext cx="47914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línea marcada con ∴, que se lee «por lo tanto».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172200" y="4937760"/>
            <a:ext cx="5248656" cy="1143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6400800" y="5084064"/>
            <a:ext cx="47914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En símbolos</a:t>
            </a:r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6400800" y="5504688"/>
            <a:ext cx="47914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 → q ,  p    ∴  q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68096" y="470916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1051560" y="486460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Lo esencial</a:t>
            </a:r>
            <a:endParaRPr/>
          </a:p>
        </p:txBody>
      </p:sp>
      <p:sp>
        <p:nvSpPr>
          <p:cNvPr id="10" name="Google Shape;107;p14"/>
          <p:cNvSpPr txBox="1"/>
          <p:nvPr/>
        </p:nvSpPr>
        <p:spPr>
          <a:xfrm>
            <a:off x="1051560" y="5230368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argumento es válido por su forma, no por su contenido: importa cómo se enlazan las premisas, no de qué hablan.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Validez de un argumento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concepto central de la sesión.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9601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2331720"/>
            <a:ext cx="10652760" cy="11887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56032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Un argumento es válido si es imposible que todas las premisas sean verdaderas y la conclusión falsa.</a:t>
            </a:r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768096" y="3703320"/>
            <a:ext cx="5212080" cy="17373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384962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Para afirmar que es VÁLIDO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996696" y="4270248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Hay que descartar que exista algún caso con todas las premisas verdaderas y la conclusión falsa.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revisa toda la tabla, o se deriva la conclusión con reglas.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208776" y="3703320"/>
            <a:ext cx="5212080" cy="173736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384962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Para afirmar que es INVÁLIDO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437376" y="4270248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Basta exhibir un solo caso con las premisas verdaderas y la conclusión falsa.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Ese caso se llama contraejemplo y cierra la discusión.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68096" y="5577840"/>
            <a:ext cx="10652760" cy="64008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1051560" y="5715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misma idea del contraejemplo que refuta un «para todo»: un único caso en contra basta para tumbar la afirmación.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Validez no es lo mismo que verdad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lógica no juzga si las premisas son ciertas; juzga si la conclusión se desprende de ellas.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377440"/>
          <a:ext cx="5669279" cy="24688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40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Premisas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Conclusión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¿Puede ser válido?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Todas verdaderas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Verdadera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Sí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Todas verdaderas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Falsa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No, nunca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Alguna falsa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Verdadera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Sí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Alguna falsa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Falsa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Sí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Google Shape;107;p14"/>
          <p:cNvSpPr txBox="1"/>
          <p:nvPr/>
        </p:nvSpPr>
        <p:spPr>
          <a:xfrm>
            <a:off x="768096" y="493776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única combinación que la validez prohíbe es la fila resaltada.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6720840" y="2377440"/>
            <a:ext cx="4700016" cy="17830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6949440" y="2523744"/>
            <a:ext cx="4242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Válido, con premisas falsas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949440" y="2944368"/>
            <a:ext cx="4242816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Todos los primos son pares.   3 es primo.   ∴ 3 es par.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Todo es falso, pero la forma es correcta: si las premisas fueran ciertas, la conclusión también.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720840" y="4297680"/>
            <a:ext cx="4700016" cy="178308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949440" y="4443984"/>
            <a:ext cx="4242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Inválido, con premisas verdaderas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949440" y="4864608"/>
            <a:ext cx="4242816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llueve, hay nubes.   Hay nubes.   ∴ Llueve.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Ambas premisas son verdaderas y aun así la conclusión puede fallar: hay nubes sin lluvia.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Método 1: la tabla de verdad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Procedimiento para decidir la validez de cualquier argumento.</a:t>
            </a:r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68096" y="242316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" name="Google Shape;107;p14"/>
          <p:cNvSpPr txBox="1"/>
          <p:nvPr/>
        </p:nvSpPr>
        <p:spPr>
          <a:xfrm>
            <a:off x="1280160" y="2441448"/>
            <a:ext cx="552297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Traduzca las premisas y la conclusión a símbolos.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68096" y="306324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1280160" y="3081528"/>
            <a:ext cx="552297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Arme una columna por cada premisa y una para la conclusión.</a:t>
            </a:r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68096" y="370332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" name="Google Shape;107;p14"/>
          <p:cNvSpPr txBox="1"/>
          <p:nvPr/>
        </p:nvSpPr>
        <p:spPr>
          <a:xfrm>
            <a:off x="1280160" y="3721608"/>
            <a:ext cx="552297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Mire solo las filas donde todas las premisas son verdaderas.</a:t>
            </a:r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68096" y="4343399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5" name="Google Shape;107;p14"/>
          <p:cNvSpPr txBox="1"/>
          <p:nvPr/>
        </p:nvSpPr>
        <p:spPr>
          <a:xfrm>
            <a:off x="1280160" y="4361687"/>
            <a:ext cx="552297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en todas ellas la conclusión es verdadera, es válido.</a:t>
            </a:r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68096" y="498348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6" name="Google Shape;107;p14"/>
          <p:cNvSpPr txBox="1"/>
          <p:nvPr/>
        </p:nvSpPr>
        <p:spPr>
          <a:xfrm>
            <a:off x="1280160" y="5001768"/>
            <a:ext cx="552297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en alguna es falsa, esa fila es el contraejemplo.</a:t>
            </a:r>
            <a:endParaRPr/>
          </a:p>
        </p:txBody>
      </p:sp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7406640" y="2514600"/>
          <a:ext cx="402336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premisa 1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premisa 2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conclusión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4" name="Rounded Rectangle 113"/>
          <p:cNvSpPr/>
          <p:nvPr/>
        </p:nvSpPr>
        <p:spPr>
          <a:xfrm>
            <a:off x="7406640" y="4572000"/>
            <a:ext cx="4023360" cy="16002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7635240" y="471830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Cómo se lee</a:t>
            </a:r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7635240" y="5138928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Solo la fila resaltada tiene las dos premisas verdaderas: es la única que decide.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Las demás no dicen nada sobre la validez.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1: un argumento válido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«Si estudio, apruebo.  Estudio.  ∴  Apruebo.»       p: estudio · q: apruebo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697480"/>
          <a:ext cx="6217920" cy="26517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3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699717631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1926022018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 → 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Google Shape;107;p14"/>
          <p:cNvSpPr txBox="1"/>
          <p:nvPr/>
        </p:nvSpPr>
        <p:spPr>
          <a:xfrm>
            <a:off x="768096" y="224028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Premisas: p → q  y  p.        Conclusión: q.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7315200" y="2697480"/>
            <a:ext cx="411480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¿Dónde son verdaderas las dos premisas?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Solo en la primera fila (p = V, q = V).</a:t>
            </a:r>
          </a:p>
          <a:p>
            <a:pPr>
              <a:spcAft>
                <a:spcPts val="600"/>
              </a:spcAft>
            </a:pPr>
            <a:r>
              <a:rPr lang="en-US" sz="13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¿Y allí qué pasa con la conclusión?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También es verdadera.</a:t>
            </a:r>
          </a:p>
          <a:p>
            <a:pPr>
              <a:spcAft>
                <a:spcPts val="600"/>
              </a:spcAft>
            </a:pPr>
            <a:r>
              <a:rPr lang="en-US" sz="13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Veredicto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 existe contraejemplo: el argumento es válido. Es la regla llamada modus ponens.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2: un argumento inválido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«Si estudio, apruebo.  Apruebo.  ∴  Estudio.»       p: estudio · q: apruebo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697480"/>
          <a:ext cx="6217920" cy="26517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3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197431430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8102564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 → 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Google Shape;107;p14"/>
          <p:cNvSpPr txBox="1"/>
          <p:nvPr/>
        </p:nvSpPr>
        <p:spPr>
          <a:xfrm>
            <a:off x="768096" y="224028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Premisas: p → q  y  q.        Conclusión: p.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7315200" y="2697480"/>
            <a:ext cx="411480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fila resaltada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 = F, q = V: las dos premisas son verdaderas y la conclusión es falsa.</a:t>
            </a:r>
          </a:p>
          <a:p>
            <a:pPr>
              <a:spcAft>
                <a:spcPts val="600"/>
              </a:spcAft>
            </a:pPr>
            <a:r>
              <a:rPr lang="en-US" sz="13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Veredicto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Esa fila es el contraejemplo: el argumento es inválido.</a:t>
            </a:r>
          </a:p>
          <a:p>
            <a:pPr>
              <a:spcAft>
                <a:spcPts val="600"/>
              </a:spcAft>
            </a:pPr>
            <a:r>
              <a:rPr lang="en-US" sz="13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Léalo en palabras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Aprobé, pero pude haber aprobado sin estudiar. Aprobar no obliga a que haya estudiado.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Validez y tautología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puente entre la sesión anterior y la de hoy.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11887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60604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El argumento  P₁ , P₂ , … , Pₙ  ∴  Q  es válido  si y solo si  (P₁ ∧ P₂ ∧ … ∧ Pₙ) → Q  es una tautología.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703320"/>
            <a:ext cx="521208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384962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¿Por qué?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996696" y="4270248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esa fórmula fuera falsa en alguna fila, en esa fila el antecedente sería verdadero y el consecuente falso.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decir: premisas verdaderas y conclusión falsa. El contraejemplo.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08776" y="3703320"/>
            <a:ext cx="5212080" cy="17373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384962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¿Qué gana con esto?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437376" y="4270248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Decidir la validez se vuelve clasificar UNA sola fórmula, con lo que ya sabe de la sesión 3.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Tautología → válido.   Contingencia o contradicción → inválido.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5577840"/>
            <a:ext cx="10652760" cy="64008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1051560" y="5715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Compruébelo: para el modus ponens, la fórmula  ((p → q) ∧ p) → q  es una tautología.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1: decida la validez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Construya la tabla de verdad de cada argumento y decida si es válido. Si no lo es, señale el contraejemplo.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51760"/>
            <a:ext cx="49377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600"/>
              </a:spcAft>
            </a:pPr>
            <a:r>
              <a:rPr lang="en-US" sz="18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a)   p ∨ q ,  ¬p        ∴  q</a:t>
            </a:r>
          </a:p>
          <a:p>
            <a:pPr>
              <a:spcAft>
                <a:spcPts val="2600"/>
              </a:spcAft>
            </a:pPr>
            <a:r>
              <a:rPr lang="en-US" sz="18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b)   p → q ,  ¬p        ∴  ¬q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6217920" y="2651760"/>
            <a:ext cx="50292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600"/>
              </a:spcAft>
            </a:pPr>
            <a:r>
              <a:rPr lang="en-US" sz="18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c)   p → q ,  q → r        ∴  p → r</a:t>
            </a:r>
          </a:p>
          <a:p>
            <a:pPr>
              <a:spcAft>
                <a:spcPts val="2600"/>
              </a:spcAft>
            </a:pPr>
            <a:r>
              <a:rPr lang="en-US" sz="18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d)   p ∧ q        ∴  p ∨ q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470916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1051560" y="498348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Recuerde: solo interesan las filas donde TODAS las premisas son verdaderas. Si en alguna de ellas la conclusión es falsa, ya encontró el contraejemplo.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Veredicto y razón de cada argumento.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9" cy="30175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69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5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Argumento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Veredicto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Razón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a)  p ∨ q , ¬p  ∴ q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Válido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Si p es falsa y p ∨ q es verdadera, q tiene que ser verdadera.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b)  p → q , ¬p  ∴ ¬q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Inválido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Con p = F y q = V las premisas son V y la conclusión F.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c)  p → q , q → r  ∴ p → 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Válido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Encadena los dos condicionales; no hay fila que lo contradiga.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d)  p ∧ q  ∴ p ∨ q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Válido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Si ambas son verdaderas, con mayor razón lo es «una u otra».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633541"/>
                  </a:ext>
                </a:extLst>
              </a:tr>
            </a:tbl>
          </a:graphicData>
        </a:graphic>
      </p:graphicFrame>
      <p:sp>
        <p:nvSpPr>
          <p:cNvPr id="2" name="Google Shape;107;p14"/>
          <p:cNvSpPr txBox="1"/>
          <p:nvPr/>
        </p:nvSpPr>
        <p:spPr>
          <a:xfrm>
            <a:off x="768096" y="557784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caso b) es la falacia más común del semestre: la volveremos a ver al final de la sesión.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Método 2: reglas de inferencia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tabla funciona siempre, pero crece muy rápido.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El problema del tamaño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 proposiciones →  4 filas</a:t>
            </a:r>
          </a:p>
          <a:p>
            <a:pPr>
              <a:spcAft>
                <a:spcPts val="3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 proposiciones →  16 filas</a:t>
            </a:r>
          </a:p>
          <a:p>
            <a:pPr>
              <a:spcAft>
                <a:spcPts val="3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6 proposiciones →  64 filas</a:t>
            </a:r>
          </a:p>
          <a:p>
            <a:pPr>
              <a:spcAft>
                <a:spcPts val="3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10 proposiciones →  1024 filas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315968" y="23774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4544568" y="252374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Qué es una regla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4544568" y="2944368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argumento válido ya demostrado, que se usa como un paso justificado dentro de un razonamiento más largo.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863840" y="2377440"/>
            <a:ext cx="3557016" cy="18288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8092440" y="2523744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Para qué sirve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8092440" y="2944368"/>
            <a:ext cx="309981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Permite llegar a la conclusión encadenando pasos, sin construir ninguna tabla.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4434840"/>
            <a:ext cx="10652760" cy="1691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1051560" y="45720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Cuándo conviene cada método</a:t>
            </a:r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1051560" y="498348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Tabla de verdad: pocas proposiciones, o cuando se sospecha que el argumento es inválido y se busca el contraejemplo.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Reglas de inferencia: muchas proposiciones, o cuando se quiere mostrar el razonamiento paso a paso, como en una demostración.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Reglas de inferencia (1)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Las tres reglas que permiten avanzar a partir de un «si... entonces».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514600"/>
          <a:ext cx="10652759" cy="26517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30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9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2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Nombre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Regla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Ejemplo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Modus ponens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→ q ,  p    ∴  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Si n es múltiplo de 4, es par. 12 es múltiplo de 4. ∴ 12 es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Modus tollens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→ q ,  ¬q    ∴  ¬p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Si n es múltiplo de 4, es par. 7 no es par. ∴ 7 no es múltiplo de 4.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Silogismo hipotético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→ q ,  q → r    ∴  p → r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Si llueve me mojo. Si me mojo me resfrío. ∴ Si llueve me resfrío.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Google Shape;107;p14"/>
          <p:cNvSpPr txBox="1"/>
          <p:nvPr/>
        </p:nvSpPr>
        <p:spPr>
          <a:xfrm>
            <a:off x="768096" y="5349240"/>
            <a:ext cx="10652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Modus ponens avanza hacia adelante (afirma el antecedente); modus tollens avanza hacia atrás (niega el consecuente).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Reglas de inferencia (2)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Las cuatro reglas que arman o desarman conjunciones y disyunciones.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514600"/>
          <a:ext cx="10652759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43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2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Nombre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Regla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Ejemplo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Silogismo disyuntivo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∨ q ,  ¬p    ∴  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El número es par o impar. No es par. ∴ Es impar.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Simplificación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∧ q    ∴  p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Estudié y descansé. ∴ Estudié.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Conjunción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,  q    ∴  p ∧ 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Estudié. Descansé. ∴ Estudié y descansé.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Adición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   ∴  p ∨ 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Estudié. ∴ Estudié o salí a caminar.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257977"/>
                  </a:ext>
                </a:extLst>
              </a:tr>
            </a:tbl>
          </a:graphicData>
        </a:graphic>
      </p:graphicFrame>
      <p:sp>
        <p:nvSpPr>
          <p:cNvPr id="2" name="Google Shape;107;p14"/>
          <p:cNvSpPr txBox="1"/>
          <p:nvPr/>
        </p:nvSpPr>
        <p:spPr>
          <a:xfrm>
            <a:off x="768096" y="5440680"/>
            <a:ext cx="10652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adición parece inútil, pero es válida y necesaria: si p es verdadera, «p o cualquier cosa» también lo 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Cómo se escribe una derivación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numeran las premisas y cada línea nueva se justifica con la regla que la produce.</a:t>
            </a:r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68096" y="242316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" name="Google Shape;107;p14"/>
          <p:cNvSpPr txBox="1"/>
          <p:nvPr/>
        </p:nvSpPr>
        <p:spPr>
          <a:xfrm>
            <a:off x="1280160" y="2441448"/>
            <a:ext cx="58887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Traduzca las premisas y la conclusión a símbolos.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68096" y="3026664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1280160" y="3044952"/>
            <a:ext cx="58887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Escriba las premisas numeradas, una por línea.</a:t>
            </a:r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68096" y="3630168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" name="Google Shape;107;p14"/>
          <p:cNvSpPr txBox="1"/>
          <p:nvPr/>
        </p:nvSpPr>
        <p:spPr>
          <a:xfrm>
            <a:off x="1280160" y="3648456"/>
            <a:ext cx="58887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Deduzca una línea nueva y anote de dónde sale y con qué regla.</a:t>
            </a:r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68096" y="4233672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5" name="Google Shape;107;p14"/>
          <p:cNvSpPr txBox="1"/>
          <p:nvPr/>
        </p:nvSpPr>
        <p:spPr>
          <a:xfrm>
            <a:off x="1280160" y="4251960"/>
            <a:ext cx="58887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Repita hasta obtener la conclusión.</a:t>
            </a:r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7635240" y="2423160"/>
            <a:ext cx="3785615" cy="21488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7863840" y="2569464"/>
            <a:ext cx="332841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Formato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7863840" y="2990088"/>
            <a:ext cx="3328415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1.   p → q          premisa</a:t>
            </a:r>
          </a:p>
          <a:p>
            <a:pPr>
              <a:spcAft>
                <a:spcPts val="5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2.   p                 premisa</a:t>
            </a:r>
          </a:p>
          <a:p>
            <a:pPr>
              <a:spcAft>
                <a:spcPts val="5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3.   q                 1, 2  modus ponens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68096" y="4937760"/>
            <a:ext cx="10652760" cy="12344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1051560" y="50749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Errores frecuentes al derivar</a:t>
            </a:r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1051560" y="54406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Escribir una línea sin decir de qué premisas sale: el paso no cuenta.</a:t>
            </a:r>
          </a:p>
          <a:p>
            <a:pPr>
              <a:spcAft>
                <a:spcPts val="3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Aplicar una regla a media fórmula. Las reglas se aplican a la fórmula completa de la línea.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3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llueve, se moja la cancha. Si se moja la cancha, se cancela el partido. Llueve. Demuestre que se cancela el partido.</a:t>
            </a:r>
            <a:endParaRPr dirty="0"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560320"/>
          <a:ext cx="7498078" cy="2834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7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9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Paso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Proposición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l → m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Premisa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m → c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Premisa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l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Premisa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m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1, 3  modus ponens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c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2, 4  modus ponens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500527"/>
                  </a:ext>
                </a:extLst>
              </a:tr>
            </a:tbl>
          </a:graphicData>
        </a:graphic>
      </p:graphicFrame>
      <p:sp>
        <p:nvSpPr>
          <p:cNvPr id="2" name="Google Shape;107;p14"/>
          <p:cNvSpPr txBox="1"/>
          <p:nvPr/>
        </p:nvSpPr>
        <p:spPr>
          <a:xfrm>
            <a:off x="768096" y="5486400"/>
            <a:ext cx="749807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l: llueve · m: se moja la cancha · c: se cancela el partido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8503920" y="3108960"/>
            <a:ext cx="2926080" cy="17373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8778240" y="329184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Conclusión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cancela el partido.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También se podía llegar encadenando 1 y 2 con silogismo hipotético.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4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81050" y="1487805"/>
            <a:ext cx="106489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el número es primo mayor que 2, entonces es impar. El número no es impar. Además, es primo mayor que 2 o es divisible por 6. Demuestre que el número no es primo mayor que 2 y que es divisible por 6</a:t>
            </a:r>
            <a:endParaRPr dirty="0"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560320"/>
          <a:ext cx="7498078" cy="301751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7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9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Paso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Proposición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→ i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Premisa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¬i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Premisa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∨ d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Premisa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¬p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1, 2  modus tollens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3, 4  silogismo disyuntivo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11079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6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¬p ∧ d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4, 5  conjunción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12246"/>
                  </a:ext>
                </a:extLst>
              </a:tr>
            </a:tbl>
          </a:graphicData>
        </a:graphic>
      </p:graphicFrame>
      <p:sp>
        <p:nvSpPr>
          <p:cNvPr id="2" name="Google Shape;107;p14"/>
          <p:cNvSpPr txBox="1"/>
          <p:nvPr/>
        </p:nvSpPr>
        <p:spPr>
          <a:xfrm>
            <a:off x="768096" y="5669280"/>
            <a:ext cx="749807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p: es primo mayor que 2 · i: es impar · d: es divisible por 6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8503920" y="3017520"/>
            <a:ext cx="2926080" cy="2011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8778240" y="3200400"/>
            <a:ext cx="23774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Observe el orden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Primero se descarta p (paso 4), y solo entonces la disyunción del paso 3 obliga a 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2: derive la conclusión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cada caso se presentan unas premisas y una conclusión por obtener. Agregue las líneas necesarias hasta llegar a esa conclusión.</a:t>
            </a:r>
            <a:endParaRPr dirty="0"/>
          </a:p>
        </p:txBody>
      </p:sp>
      <p:sp>
        <p:nvSpPr>
          <p:cNvPr id="108" name="Rounded Rectangle 107"/>
          <p:cNvSpPr/>
          <p:nvPr/>
        </p:nvSpPr>
        <p:spPr>
          <a:xfrm>
            <a:off x="768096" y="2514600"/>
            <a:ext cx="3291840" cy="26517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05840" y="2697480"/>
            <a:ext cx="2834640" cy="2657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Caso A</a:t>
            </a:r>
          </a:p>
          <a:p>
            <a:pPr>
              <a:spcAft>
                <a:spcPts val="800"/>
              </a:spcAft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1.  p → q</a:t>
            </a:r>
          </a:p>
          <a:p>
            <a:pPr>
              <a:spcAft>
                <a:spcPts val="800"/>
              </a:spcAft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2.  q → r</a:t>
            </a:r>
          </a:p>
          <a:p>
            <a:pPr>
              <a:spcAft>
                <a:spcPts val="800"/>
              </a:spcAft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3.  ¬r</a:t>
            </a:r>
          </a:p>
          <a:p>
            <a:pPr>
              <a:spcAft>
                <a:spcPts val="800"/>
              </a:spcAft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∴   ¬p</a:t>
            </a:r>
          </a:p>
          <a:p>
            <a:pPr>
              <a:spcAft>
                <a:spcPts val="800"/>
              </a:spcAft>
            </a:pPr>
            <a:endParaRPr lang="en-US" sz="1500" b="1" dirty="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Aft>
                <a:spcPts val="800"/>
              </a:spcAft>
            </a:pPr>
            <a:r>
              <a:rPr lang="es-CO" sz="1600" b="1" dirty="0"/>
              <a:t>Pista:</a:t>
            </a:r>
            <a:r>
              <a:rPr lang="es-CO" sz="1600" dirty="0"/>
              <a:t> comience encadenando las premisas 1 y 2.</a:t>
            </a:r>
            <a:endParaRPr lang="en-US" sz="1500" b="1" i="0" u="none" strike="noStrike" cap="none" dirty="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4389120" y="2514600"/>
            <a:ext cx="3291840" cy="26517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4617720" y="2697480"/>
            <a:ext cx="2834640" cy="2508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Caso B</a:t>
            </a:r>
          </a:p>
          <a:p>
            <a:pPr>
              <a:spcAft>
                <a:spcPts val="800"/>
              </a:spcAft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1.  a ∨ b</a:t>
            </a:r>
          </a:p>
          <a:p>
            <a:pPr>
              <a:spcAft>
                <a:spcPts val="800"/>
              </a:spcAft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2.  ¬a</a:t>
            </a:r>
          </a:p>
          <a:p>
            <a:pPr>
              <a:spcAft>
                <a:spcPts val="800"/>
              </a:spcAft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3.  b → c</a:t>
            </a:r>
          </a:p>
          <a:p>
            <a:pPr>
              <a:spcAft>
                <a:spcPts val="800"/>
              </a:spcAft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∴   c</a:t>
            </a:r>
            <a:endParaRPr lang="en-US" sz="1500" b="1" dirty="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Aft>
                <a:spcPts val="800"/>
              </a:spcAft>
            </a:pPr>
            <a:r>
              <a:rPr lang="es-CO" sz="1600" b="1" dirty="0"/>
              <a:t>Pista:</a:t>
            </a:r>
            <a:r>
              <a:rPr lang="es-CO" sz="1600" dirty="0"/>
              <a:t> use primero las premisas 1 y 2 para determinar cuál opción de la disyunción permanece.</a:t>
            </a:r>
            <a:endParaRPr lang="en-US" sz="1500" b="1" i="0" u="none" strike="noStrike" cap="none" dirty="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107;p14"/>
          <p:cNvSpPr txBox="1"/>
          <p:nvPr/>
        </p:nvSpPr>
        <p:spPr>
          <a:xfrm>
            <a:off x="768096" y="5394960"/>
            <a:ext cx="1065276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Sugerencia</a:t>
            </a:r>
            <a:r>
              <a:rPr lang="en-US" sz="14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el </a:t>
            </a:r>
            <a:r>
              <a:rPr lang="en-US" sz="14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caso</a:t>
            </a:r>
            <a:r>
              <a:rPr lang="en-US" sz="14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 </a:t>
            </a:r>
            <a:r>
              <a:rPr lang="en-US" sz="14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encadene</a:t>
            </a:r>
            <a:r>
              <a:rPr lang="en-US" sz="14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primero las dos </a:t>
            </a:r>
            <a:r>
              <a:rPr lang="en-US" sz="14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primeras</a:t>
            </a:r>
            <a:r>
              <a:rPr lang="en-US" sz="14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premisas</a:t>
            </a:r>
            <a:r>
              <a:rPr lang="en-US" sz="1400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-US" sz="14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Falacias frecuentes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Dos formas que se parecen mucho a reglas válidas, pero no lo son.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377440"/>
          <a:ext cx="10652759" cy="17373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82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5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4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Falacia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Forma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Regla válida parecida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Afirmar el consecuente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→ q ,  q    ∴  p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Modus ponens:   p → q ,  p    ∴  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Negar el antecedente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→ q ,  ¬p    ∴  ¬q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Modus tollens:   p → q ,  ¬q    ∴  ¬p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42976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444398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Afirmar el consecuente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4864608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un número es múltiplo de 4, es par.   6 es par.   ∴ 6 es múltiplo de 4.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Premisas verdaderas, conclusión falsa: 6 es par por otra razón.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08776" y="42976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444398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Negar el antecedente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4864608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un número es múltiplo de 4, es par.   6 no es múltiplo de 4.   ∴ 6 no es par.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Que falle la causa no obliga a que falle el efecto.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3: argumentos en español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Defina las proposiciones simples, escriba el argumento en símbolos y decida si es válido.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514600"/>
            <a:ext cx="512064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a)</a:t>
            </a:r>
          </a:p>
          <a:p>
            <a:pPr>
              <a:spcAft>
                <a:spcPts val="8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el cuadrilátero es un cuadrado, entonces tiene cuatro lados iguales.</a:t>
            </a:r>
          </a:p>
          <a:p>
            <a:pPr>
              <a:spcAft>
                <a:spcPts val="8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cuadrilátero tiene cuatro lados iguales.  ∴  Es un cuadrado.</a:t>
            </a:r>
          </a:p>
          <a:p>
            <a:pPr>
              <a:spcAft>
                <a:spcPts val="800"/>
              </a:spcAft>
            </a:pPr>
            <a:r>
              <a:rPr lang="en-US" sz="14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b)</a:t>
            </a:r>
          </a:p>
          <a:p>
            <a:pPr>
              <a:spcAft>
                <a:spcPts val="8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mañana hay paro, no habrá clase. Mañana habrá clase.  ∴  No hay paro.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6309360" y="2514600"/>
            <a:ext cx="493776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c)</a:t>
            </a:r>
          </a:p>
          <a:p>
            <a:pPr>
              <a:spcAft>
                <a:spcPts val="8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resultado es par o es impar. El resultado no es par.  ∴  Es impar.</a:t>
            </a:r>
          </a:p>
          <a:p>
            <a:pPr>
              <a:spcAft>
                <a:spcPts val="800"/>
              </a:spcAft>
            </a:pPr>
            <a:r>
              <a:rPr lang="en-US" sz="14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d)</a:t>
            </a:r>
          </a:p>
          <a:p>
            <a:pPr>
              <a:spcAft>
                <a:spcPts val="8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estudio, apruebo. Si apruebo, me gradúo. No me gradué.  ∴  No estudié.</a:t>
            </a:r>
          </a:p>
        </p:txBody>
      </p:sp>
      <p:sp>
        <p:nvSpPr>
          <p:cNvPr id="4" name="Google Shape;107;p14"/>
          <p:cNvSpPr txBox="1"/>
          <p:nvPr/>
        </p:nvSpPr>
        <p:spPr>
          <a:xfrm>
            <a:off x="768096" y="5440680"/>
            <a:ext cx="10652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el argumento resulta inválido, nombre la falacia y explique con un caso concreto por qué falla.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Formalización y veredicto.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9" cy="30175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5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17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Forma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Veredicto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 → l ,  l    ∴  c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Inválido — afirmar el consecuente. Un rombo tiene cuatro lados iguales y no es cuadrado.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b)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→ ¬c ,  c    ∴  ¬p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Válido — modus tollens.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r ∨ i ,  ¬r    ∴  i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Válido — silogismo disyuntivo.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 → a ,  a → g ,  ¬g    ∴  ¬e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Válido — silogismo hipotético y luego modus tollens.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177068"/>
                  </a:ext>
                </a:extLst>
              </a:tr>
            </a:tbl>
          </a:graphicData>
        </a:graphic>
      </p:graphicFrame>
      <p:sp>
        <p:nvSpPr>
          <p:cNvPr id="2" name="Google Shape;107;p14"/>
          <p:cNvSpPr txBox="1"/>
          <p:nvPr/>
        </p:nvSpPr>
        <p:spPr>
          <a:xfrm>
            <a:off x="768096" y="557784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a) el contraejemplo es concreto: el rombo cumple la premisa y no la conclusión. Eso basta para invalidarlo.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Trabajo independiente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desarrollar fuera del horario de clase.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377440"/>
            <a:ext cx="1065276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900"/>
              </a:spcAft>
            </a:pPr>
            <a:r>
              <a:rPr lang="en-US" sz="16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Lea la sección 1.5 de Johnsonbaugh y revise la figura 1.5.1 con las reglas de inferencia.</a:t>
            </a:r>
          </a:p>
          <a:p>
            <a:pPr>
              <a:spcAft>
                <a:spcPts val="1900"/>
              </a:spcAft>
            </a:pPr>
            <a:r>
              <a:rPr lang="en-US" sz="16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Determine con tabla de verdad la validez de:  p → (q ∨ r) ,  ¬q ,  ¬r   ∴  ¬p.</a:t>
            </a:r>
          </a:p>
          <a:p>
            <a:pPr>
              <a:spcAft>
                <a:spcPts val="1900"/>
              </a:spcAft>
            </a:pPr>
            <a:r>
              <a:rPr lang="en-US" sz="16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Derive con reglas de inferencia:  1. m → n   2. n → o   3. ¬o   4. m ∨ t    ∴  t.</a:t>
            </a:r>
          </a:p>
          <a:p>
            <a:pPr>
              <a:spcAft>
                <a:spcPts val="1900"/>
              </a:spcAft>
            </a:pPr>
            <a:r>
              <a:rPr lang="en-US" sz="16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Próxima sesión: predicados, dominios y cuantificadores.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F1A998DF485741973047B0282D7461" ma:contentTypeVersion="4" ma:contentTypeDescription="Crear nuevo documento." ma:contentTypeScope="" ma:versionID="1b70b2faf0ee7eb4a2a5c078e35f5067">
  <xsd:schema xmlns:xsd="http://www.w3.org/2001/XMLSchema" xmlns:xs="http://www.w3.org/2001/XMLSchema" xmlns:p="http://schemas.microsoft.com/office/2006/metadata/properties" xmlns:ns2="539bfd63-48c4-4ceb-ad51-e3b6b1d74c20" targetNamespace="http://schemas.microsoft.com/office/2006/metadata/properties" ma:root="true" ma:fieldsID="935c1bb362677d2a5e464ee38cef8249" ns2:_="">
    <xsd:import namespace="539bfd63-48c4-4ceb-ad51-e3b6b1d74c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bfd63-48c4-4ceb-ad51-e3b6b1d74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88521E-61ED-4F45-B1B4-1DD77D94DB22}">
  <ds:schemaRefs>
    <ds:schemaRef ds:uri="539bfd63-48c4-4ceb-ad51-e3b6b1d74c2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C2A1A5F-7253-4080-B5DF-B5BC64A6EA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9bfd63-48c4-4ceb-ad51-e3b6b1d74c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1985</TotalTime>
  <Words>2567</Words>
  <Application>Microsoft Office PowerPoint</Application>
  <PresentationFormat>Panorámica</PresentationFormat>
  <Paragraphs>364</Paragraphs>
  <Slides>24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Inter</vt:lpstr>
      <vt:lpstr>Inter SemiBold</vt:lpstr>
      <vt:lpstr>Montserrat</vt:lpstr>
      <vt:lpstr>Roboto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94</cp:revision>
  <dcterms:created xsi:type="dcterms:W3CDTF">2022-07-12T20:27:57Z</dcterms:created>
  <dcterms:modified xsi:type="dcterms:W3CDTF">2026-08-20T14:41:00Z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0x010100E0F1A998DF485741973047B0282D7461</vt:lpwstr>
  </property>
</Properties>
</file>