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  <p:sldMasterId id="2147483660" r:id="rId5"/>
  </p:sldMasterIdLst>
  <p:notesMasterIdLst>
    <p:notesMasterId r:id="rId31"/>
  </p:notesMasterIdLst>
  <p:sldIdLst>
    <p:sldId id="259" r:id="rId6"/>
    <p:sldId id="435" r:id="rId7"/>
    <p:sldId id="449" r:id="rId8"/>
    <p:sldId id="450" r:id="rId9"/>
    <p:sldId id="451" r:id="rId10"/>
    <p:sldId id="452" r:id="rId11"/>
    <p:sldId id="453" r:id="rId12"/>
    <p:sldId id="454" r:id="rId13"/>
    <p:sldId id="455" r:id="rId14"/>
    <p:sldId id="456" r:id="rId15"/>
    <p:sldId id="457" r:id="rId16"/>
    <p:sldId id="467" r:id="rId17"/>
    <p:sldId id="468" r:id="rId18"/>
    <p:sldId id="465" r:id="rId19"/>
    <p:sldId id="469" r:id="rId20"/>
    <p:sldId id="470" r:id="rId21"/>
    <p:sldId id="458" r:id="rId22"/>
    <p:sldId id="459" r:id="rId23"/>
    <p:sldId id="460" r:id="rId24"/>
    <p:sldId id="461" r:id="rId25"/>
    <p:sldId id="462" r:id="rId26"/>
    <p:sldId id="463" r:id="rId27"/>
    <p:sldId id="464" r:id="rId28"/>
    <p:sldId id="466" r:id="rId29"/>
    <p:sldId id="358" r:id="rId3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4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71842D-0B3E-C4F0-38AD-F9C6520AB797}" v="1" dt="2025-08-14T00:02:49.985"/>
    <p1510:client id="{A9085E3F-640F-8AC8-2CAF-A556D3A012AA}" v="88" dt="2025-08-12T20:32:49.3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2" d="100"/>
          <a:sy n="82" d="100"/>
        </p:scale>
        <p:origin x="276" y="-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MONTOYA VILLADA" userId="S::sebastianmontoya8118@correo.itm.edu.co::dffcc6c4-4ec2-40a3-ba2d-1adaa01cc26d" providerId="AD" clId="Web-{F0891811-0C3E-E044-B339-FA3C78DDAA21}"/>
    <pc:docChg chg="modSld">
      <pc:chgData name="SEBASTIAN MONTOYA VILLADA" userId="S::sebastianmontoya8118@correo.itm.edu.co::dffcc6c4-4ec2-40a3-ba2d-1adaa01cc26d" providerId="AD" clId="Web-{F0891811-0C3E-E044-B339-FA3C78DDAA21}" dt="2025-02-02T16:50:46.608" v="48" actId="20577"/>
      <pc:docMkLst>
        <pc:docMk/>
      </pc:docMkLst>
      <pc:sldChg chg="modSp">
        <pc:chgData name="SEBASTIAN MONTOYA VILLADA" userId="S::sebastianmontoya8118@correo.itm.edu.co::dffcc6c4-4ec2-40a3-ba2d-1adaa01cc26d" providerId="AD" clId="Web-{F0891811-0C3E-E044-B339-FA3C78DDAA21}" dt="2025-02-02T16:50:46.608" v="48" actId="20577"/>
        <pc:sldMkLst>
          <pc:docMk/>
          <pc:sldMk cId="2518797674" sldId="377"/>
        </pc:sldMkLst>
      </pc:sldChg>
    </pc:docChg>
  </pc:docChgLst>
  <pc:docChgLst>
    <pc:chgData name="SEBASTIAN MONTOYA VILLADA" userId="S::sebastianmontoya8118@correo.itm.edu.co::dffcc6c4-4ec2-40a3-ba2d-1adaa01cc26d" providerId="AD" clId="Web-{12ABB21D-7E4B-A741-8DBD-07416A75BBC9}"/>
    <pc:docChg chg="addSld modSld">
      <pc:chgData name="SEBASTIAN MONTOYA VILLADA" userId="S::sebastianmontoya8118@correo.itm.edu.co::dffcc6c4-4ec2-40a3-ba2d-1adaa01cc26d" providerId="AD" clId="Web-{12ABB21D-7E4B-A741-8DBD-07416A75BBC9}" dt="2025-02-06T19:01:40.165" v="84" actId="20577"/>
      <pc:docMkLst>
        <pc:docMk/>
      </pc:docMkLst>
      <pc:sldChg chg="modSp">
        <pc:chgData name="SEBASTIAN MONTOYA VILLADA" userId="S::sebastianmontoya8118@correo.itm.edu.co::dffcc6c4-4ec2-40a3-ba2d-1adaa01cc26d" providerId="AD" clId="Web-{12ABB21D-7E4B-A741-8DBD-07416A75BBC9}" dt="2025-02-06T19:01:40.165" v="84" actId="20577"/>
        <pc:sldMkLst>
          <pc:docMk/>
          <pc:sldMk cId="3747983956" sldId="427"/>
        </pc:sldMkLst>
      </pc:sldChg>
      <pc:sldChg chg="modSp">
        <pc:chgData name="SEBASTIAN MONTOYA VILLADA" userId="S::sebastianmontoya8118@correo.itm.edu.co::dffcc6c4-4ec2-40a3-ba2d-1adaa01cc26d" providerId="AD" clId="Web-{12ABB21D-7E4B-A741-8DBD-07416A75BBC9}" dt="2025-02-06T18:52:16.640" v="48" actId="20577"/>
        <pc:sldMkLst>
          <pc:docMk/>
          <pc:sldMk cId="2353607267" sldId="430"/>
        </pc:sldMkLst>
      </pc:sldChg>
      <pc:sldChg chg="modSp add replId">
        <pc:chgData name="SEBASTIAN MONTOYA VILLADA" userId="S::sebastianmontoya8118@correo.itm.edu.co::dffcc6c4-4ec2-40a3-ba2d-1adaa01cc26d" providerId="AD" clId="Web-{12ABB21D-7E4B-A741-8DBD-07416A75BBC9}" dt="2025-02-06T18:32:55.280" v="33" actId="20577"/>
        <pc:sldMkLst>
          <pc:docMk/>
          <pc:sldMk cId="2958943099" sldId="433"/>
        </pc:sldMkLst>
      </pc:sldChg>
    </pc:docChg>
  </pc:docChgLst>
  <pc:docChgLst>
    <pc:chgData name="SEBASTIAN MONTOYA VILLADA" userId="S::sebastianmontoya8118@correo.itm.edu.co::dffcc6c4-4ec2-40a3-ba2d-1adaa01cc26d" providerId="AD" clId="Web-{4371842D-0B3E-C4F0-38AD-F9C6520AB797}"/>
    <pc:docChg chg="delSld">
      <pc:chgData name="SEBASTIAN MONTOYA VILLADA" userId="S::sebastianmontoya8118@correo.itm.edu.co::dffcc6c4-4ec2-40a3-ba2d-1adaa01cc26d" providerId="AD" clId="Web-{4371842D-0B3E-C4F0-38AD-F9C6520AB797}" dt="2025-08-14T00:02:49.985" v="0"/>
      <pc:docMkLst>
        <pc:docMk/>
      </pc:docMkLst>
      <pc:sldChg chg="del">
        <pc:chgData name="SEBASTIAN MONTOYA VILLADA" userId="S::sebastianmontoya8118@correo.itm.edu.co::dffcc6c4-4ec2-40a3-ba2d-1adaa01cc26d" providerId="AD" clId="Web-{4371842D-0B3E-C4F0-38AD-F9C6520AB797}" dt="2025-08-14T00:02:49.985" v="0"/>
        <pc:sldMkLst>
          <pc:docMk/>
          <pc:sldMk cId="2831281710" sldId="423"/>
        </pc:sldMkLst>
      </pc:sldChg>
    </pc:docChg>
  </pc:docChgLst>
  <pc:docChgLst>
    <pc:chgData name="SEBASTIAN MONTOYA VILLADA" userId="S::sebastianmontoya8118@correo.itm.edu.co::dffcc6c4-4ec2-40a3-ba2d-1adaa01cc26d" providerId="AD" clId="Web-{0E7E6845-1414-57BF-4B89-6166058ECF3B}"/>
    <pc:docChg chg="modSld">
      <pc:chgData name="SEBASTIAN MONTOYA VILLADA" userId="S::sebastianmontoya8118@correo.itm.edu.co::dffcc6c4-4ec2-40a3-ba2d-1adaa01cc26d" providerId="AD" clId="Web-{0E7E6845-1414-57BF-4B89-6166058ECF3B}" dt="2025-02-12T15:13:33.994" v="57"/>
      <pc:docMkLst>
        <pc:docMk/>
      </pc:docMkLst>
      <pc:sldChg chg="modSp">
        <pc:chgData name="SEBASTIAN MONTOYA VILLADA" userId="S::sebastianmontoya8118@correo.itm.edu.co::dffcc6c4-4ec2-40a3-ba2d-1adaa01cc26d" providerId="AD" clId="Web-{0E7E6845-1414-57BF-4B89-6166058ECF3B}" dt="2025-02-12T15:13:33.994" v="57"/>
        <pc:sldMkLst>
          <pc:docMk/>
          <pc:sldMk cId="3952345243" sldId="406"/>
        </pc:sldMkLst>
      </pc:sldChg>
    </pc:docChg>
  </pc:docChgLst>
  <pc:docChgLst>
    <pc:chgData name="SEBASTIAN MONTOYA VILLADA" userId="S::sebastianmontoya8118@correo.itm.edu.co::dffcc6c4-4ec2-40a3-ba2d-1adaa01cc26d" providerId="AD" clId="Web-{A9085E3F-640F-8AC8-2CAF-A556D3A012AA}"/>
    <pc:docChg chg="addSld delSld modSld">
      <pc:chgData name="SEBASTIAN MONTOYA VILLADA" userId="S::sebastianmontoya8118@correo.itm.edu.co::dffcc6c4-4ec2-40a3-ba2d-1adaa01cc26d" providerId="AD" clId="Web-{A9085E3F-640F-8AC8-2CAF-A556D3A012AA}" dt="2025-08-12T20:32:49.389" v="84" actId="1076"/>
      <pc:docMkLst>
        <pc:docMk/>
      </pc:docMkLst>
      <pc:sldChg chg="modSp">
        <pc:chgData name="SEBASTIAN MONTOYA VILLADA" userId="S::sebastianmontoya8118@correo.itm.edu.co::dffcc6c4-4ec2-40a3-ba2d-1adaa01cc26d" providerId="AD" clId="Web-{A9085E3F-640F-8AC8-2CAF-A556D3A012AA}" dt="2025-08-12T19:15:50.527" v="6" actId="1076"/>
        <pc:sldMkLst>
          <pc:docMk/>
          <pc:sldMk cId="3065597046" sldId="405"/>
        </pc:sldMkLst>
        <pc:spChg chg="mod">
          <ac:chgData name="SEBASTIAN MONTOYA VILLADA" userId="S::sebastianmontoya8118@correo.itm.edu.co::dffcc6c4-4ec2-40a3-ba2d-1adaa01cc26d" providerId="AD" clId="Web-{A9085E3F-640F-8AC8-2CAF-A556D3A012AA}" dt="2025-08-12T19:15:14.573" v="4" actId="20577"/>
          <ac:spMkLst>
            <pc:docMk/>
            <pc:sldMk cId="3065597046" sldId="405"/>
            <ac:spMk id="15" creationId="{85FAB7AA-F6D0-DCD2-169A-663C9F578B7B}"/>
          </ac:spMkLst>
        </pc:spChg>
        <pc:picChg chg="mod">
          <ac:chgData name="SEBASTIAN MONTOYA VILLADA" userId="S::sebastianmontoya8118@correo.itm.edu.co::dffcc6c4-4ec2-40a3-ba2d-1adaa01cc26d" providerId="AD" clId="Web-{A9085E3F-640F-8AC8-2CAF-A556D3A012AA}" dt="2025-08-12T19:15:50.527" v="6" actId="1076"/>
          <ac:picMkLst>
            <pc:docMk/>
            <pc:sldMk cId="3065597046" sldId="405"/>
            <ac:picMk id="16" creationId="{B82471AD-453F-FE32-A520-39111B862C8C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29:12.618" v="26" actId="1076"/>
        <pc:sldMkLst>
          <pc:docMk/>
          <pc:sldMk cId="2099833142" sldId="409"/>
        </pc:sldMkLst>
        <pc:picChg chg="add mod modCrop">
          <ac:chgData name="SEBASTIAN MONTOYA VILLADA" userId="S::sebastianmontoya8118@correo.itm.edu.co::dffcc6c4-4ec2-40a3-ba2d-1adaa01cc26d" providerId="AD" clId="Web-{A9085E3F-640F-8AC8-2CAF-A556D3A012AA}" dt="2025-08-12T19:29:12.618" v="26" actId="1076"/>
          <ac:picMkLst>
            <pc:docMk/>
            <pc:sldMk cId="2099833142" sldId="409"/>
            <ac:picMk id="2" creationId="{E1E9E397-3AAE-3E2C-904F-97CAAC617C8A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1:05.981" v="32" actId="1076"/>
        <pc:sldMkLst>
          <pc:docMk/>
          <pc:sldMk cId="1253375017" sldId="411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1:05.981" v="32" actId="1076"/>
          <ac:picMkLst>
            <pc:docMk/>
            <pc:sldMk cId="1253375017" sldId="411"/>
            <ac:picMk id="2" creationId="{04956126-4BFB-27E9-D04E-1B80B4AA7AB2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4:01.251" v="38" actId="1076"/>
        <pc:sldMkLst>
          <pc:docMk/>
          <pc:sldMk cId="1563925881" sldId="413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4:01.251" v="38" actId="1076"/>
          <ac:picMkLst>
            <pc:docMk/>
            <pc:sldMk cId="1563925881" sldId="413"/>
            <ac:picMk id="2" creationId="{EB19C2A4-3385-F990-DD12-C1BE3613E0DD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6:58.461" v="44" actId="1076"/>
        <pc:sldMkLst>
          <pc:docMk/>
          <pc:sldMk cId="4289046495" sldId="415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6:58.461" v="44" actId="1076"/>
          <ac:picMkLst>
            <pc:docMk/>
            <pc:sldMk cId="4289046495" sldId="415"/>
            <ac:picMk id="2" creationId="{ECE24E22-13B2-AC5A-D5ED-D761F8A6DE8C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39:44.258" v="48" actId="1076"/>
        <pc:sldMkLst>
          <pc:docMk/>
          <pc:sldMk cId="3874360725" sldId="418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39:44.258" v="48" actId="1076"/>
          <ac:picMkLst>
            <pc:docMk/>
            <pc:sldMk cId="3874360725" sldId="418"/>
            <ac:picMk id="2" creationId="{F20355AC-76D8-DAD9-33C0-42A20F5BA8C4}"/>
          </ac:picMkLst>
        </pc:picChg>
      </pc:sldChg>
      <pc:sldChg chg="modSp">
        <pc:chgData name="SEBASTIAN MONTOYA VILLADA" userId="S::sebastianmontoya8118@correo.itm.edu.co::dffcc6c4-4ec2-40a3-ba2d-1adaa01cc26d" providerId="AD" clId="Web-{A9085E3F-640F-8AC8-2CAF-A556D3A012AA}" dt="2025-08-12T19:40:02.557" v="50"/>
        <pc:sldMkLst>
          <pc:docMk/>
          <pc:sldMk cId="2616112607" sldId="420"/>
        </pc:sldMkLst>
        <pc:spChg chg="mod">
          <ac:chgData name="SEBASTIAN MONTOYA VILLADA" userId="S::sebastianmontoya8118@correo.itm.edu.co::dffcc6c4-4ec2-40a3-ba2d-1adaa01cc26d" providerId="AD" clId="Web-{A9085E3F-640F-8AC8-2CAF-A556D3A012AA}" dt="2025-08-12T19:40:02.557" v="50"/>
          <ac:spMkLst>
            <pc:docMk/>
            <pc:sldMk cId="2616112607" sldId="420"/>
            <ac:spMk id="13" creationId="{FDA4B643-DEB4-C77F-0211-C4BA4EE48C1A}"/>
          </ac:spMkLst>
        </pc:spChg>
      </pc:sldChg>
      <pc:sldChg chg="del">
        <pc:chgData name="SEBASTIAN MONTOYA VILLADA" userId="S::sebastianmontoya8118@correo.itm.edu.co::dffcc6c4-4ec2-40a3-ba2d-1adaa01cc26d" providerId="AD" clId="Web-{A9085E3F-640F-8AC8-2CAF-A556D3A012AA}" dt="2025-08-12T20:17:34.972" v="59"/>
        <pc:sldMkLst>
          <pc:docMk/>
          <pc:sldMk cId="1817142743" sldId="421"/>
        </pc:sldMkLst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32:49.389" v="84" actId="1076"/>
        <pc:sldMkLst>
          <pc:docMk/>
          <pc:sldMk cId="4243160153" sldId="424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32:14.919" v="76" actId="1076"/>
          <ac:picMkLst>
            <pc:docMk/>
            <pc:sldMk cId="4243160153" sldId="424"/>
            <ac:picMk id="2" creationId="{3FAE8893-D5D5-DB51-07AF-32142177194D}"/>
          </ac:picMkLst>
        </pc:picChg>
        <pc:picChg chg="add mod">
          <ac:chgData name="SEBASTIAN MONTOYA VILLADA" userId="S::sebastianmontoya8118@correo.itm.edu.co::dffcc6c4-4ec2-40a3-ba2d-1adaa01cc26d" providerId="AD" clId="Web-{A9085E3F-640F-8AC8-2CAF-A556D3A012AA}" dt="2025-08-12T20:32:48.186" v="83" actId="1076"/>
          <ac:picMkLst>
            <pc:docMk/>
            <pc:sldMk cId="4243160153" sldId="424"/>
            <ac:picMk id="14" creationId="{CA992F2E-C4EB-3035-3338-919DEF831901}"/>
          </ac:picMkLst>
        </pc:picChg>
        <pc:picChg chg="add mod">
          <ac:chgData name="SEBASTIAN MONTOYA VILLADA" userId="S::sebastianmontoya8118@correo.itm.edu.co::dffcc6c4-4ec2-40a3-ba2d-1adaa01cc26d" providerId="AD" clId="Web-{A9085E3F-640F-8AC8-2CAF-A556D3A012AA}" dt="2025-08-12T20:32:49.389" v="84" actId="1076"/>
          <ac:picMkLst>
            <pc:docMk/>
            <pc:sldMk cId="4243160153" sldId="424"/>
            <ac:picMk id="15" creationId="{DB23A67A-24EB-F427-E73A-4F0873FE2805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26:33.713" v="64" actId="1076"/>
        <pc:sldMkLst>
          <pc:docMk/>
          <pc:sldMk cId="3747983956" sldId="427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26:33.713" v="64" actId="1076"/>
          <ac:picMkLst>
            <pc:docMk/>
            <pc:sldMk cId="3747983956" sldId="427"/>
            <ac:picMk id="2" creationId="{1C04A617-E0EB-E6A2-0B6C-86EEC4B49615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19:24:37.106" v="10" actId="1076"/>
        <pc:sldMkLst>
          <pc:docMk/>
          <pc:sldMk cId="1762785225" sldId="428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19:24:37.106" v="10" actId="1076"/>
          <ac:picMkLst>
            <pc:docMk/>
            <pc:sldMk cId="1762785225" sldId="428"/>
            <ac:picMk id="2" creationId="{94A0DFDB-099D-9A6F-7895-A62CF3474301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02:45.449" v="52"/>
        <pc:sldMkLst>
          <pc:docMk/>
          <pc:sldMk cId="1231723398" sldId="429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02:45.449" v="52"/>
          <ac:picMkLst>
            <pc:docMk/>
            <pc:sldMk cId="1231723398" sldId="429"/>
            <ac:picMk id="2" creationId="{64220BF8-05D9-3314-CB6C-528B5F0215CB}"/>
          </ac:picMkLst>
        </pc:picChg>
      </pc:sldChg>
      <pc:sldChg chg="addSp delSp modSp delAnim">
        <pc:chgData name="SEBASTIAN MONTOYA VILLADA" userId="S::sebastianmontoya8118@correo.itm.edu.co::dffcc6c4-4ec2-40a3-ba2d-1adaa01cc26d" providerId="AD" clId="Web-{A9085E3F-640F-8AC8-2CAF-A556D3A012AA}" dt="2025-08-12T20:15:55.218" v="58"/>
        <pc:sldMkLst>
          <pc:docMk/>
          <pc:sldMk cId="2353607267" sldId="430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15:55.218" v="58"/>
          <ac:picMkLst>
            <pc:docMk/>
            <pc:sldMk cId="2353607267" sldId="430"/>
            <ac:picMk id="2" creationId="{BDAAC5A4-B5B2-604D-D366-6490445BC431}"/>
          </ac:picMkLst>
        </pc:picChg>
      </pc:sldChg>
      <pc:sldChg chg="addSp delSp modSp add replId">
        <pc:chgData name="SEBASTIAN MONTOYA VILLADA" userId="S::sebastianmontoya8118@correo.itm.edu.co::dffcc6c4-4ec2-40a3-ba2d-1adaa01cc26d" providerId="AD" clId="Web-{A9085E3F-640F-8AC8-2CAF-A556D3A012AA}" dt="2025-08-12T20:04:38.999" v="56" actId="1076"/>
        <pc:sldMkLst>
          <pc:docMk/>
          <pc:sldMk cId="3717440452" sldId="434"/>
        </pc:sldMkLst>
        <pc:picChg chg="add mod">
          <ac:chgData name="SEBASTIAN MONTOYA VILLADA" userId="S::sebastianmontoya8118@correo.itm.edu.co::dffcc6c4-4ec2-40a3-ba2d-1adaa01cc26d" providerId="AD" clId="Web-{A9085E3F-640F-8AC8-2CAF-A556D3A012AA}" dt="2025-08-12T20:04:38.999" v="56" actId="1076"/>
          <ac:picMkLst>
            <pc:docMk/>
            <pc:sldMk cId="3717440452" sldId="434"/>
            <ac:picMk id="13" creationId="{EAA64571-95EA-047D-61FC-F0DB3889129C}"/>
          </ac:picMkLst>
        </pc:picChg>
      </pc:sldChg>
    </pc:docChg>
  </pc:docChgLst>
  <pc:docChgLst>
    <pc:chgData name="SEBASTIAN MONTOYA VILLADA" userId="dffcc6c4-4ec2-40a3-ba2d-1adaa01cc26d" providerId="ADAL" clId="{3631816F-C42D-43AB-8BE5-E4DD25D23C65}"/>
    <pc:docChg chg="undo redo custSel addSld delSld modSld sldOrd">
      <pc:chgData name="SEBASTIAN MONTOYA VILLADA" userId="dffcc6c4-4ec2-40a3-ba2d-1adaa01cc26d" providerId="ADAL" clId="{3631816F-C42D-43AB-8BE5-E4DD25D23C65}" dt="2025-02-02T18:01:00.312" v="779" actId="20577"/>
      <pc:docMkLst>
        <pc:docMk/>
      </pc:docMkLst>
      <pc:sldChg chg="modSp mod">
        <pc:chgData name="SEBASTIAN MONTOYA VILLADA" userId="dffcc6c4-4ec2-40a3-ba2d-1adaa01cc26d" providerId="ADAL" clId="{3631816F-C42D-43AB-8BE5-E4DD25D23C65}" dt="2025-02-02T17:03:05.300" v="14" actId="113"/>
        <pc:sldMkLst>
          <pc:docMk/>
          <pc:sldMk cId="488379912" sldId="393"/>
        </pc:sldMkLst>
      </pc:sldChg>
      <pc:sldChg chg="del">
        <pc:chgData name="SEBASTIAN MONTOYA VILLADA" userId="dffcc6c4-4ec2-40a3-ba2d-1adaa01cc26d" providerId="ADAL" clId="{3631816F-C42D-43AB-8BE5-E4DD25D23C65}" dt="2025-02-02T17:02:00.742" v="0" actId="47"/>
        <pc:sldMkLst>
          <pc:docMk/>
          <pc:sldMk cId="2101273427" sldId="394"/>
        </pc:sldMkLst>
      </pc:sldChg>
      <pc:sldChg chg="del">
        <pc:chgData name="SEBASTIAN MONTOYA VILLADA" userId="dffcc6c4-4ec2-40a3-ba2d-1adaa01cc26d" providerId="ADAL" clId="{3631816F-C42D-43AB-8BE5-E4DD25D23C65}" dt="2025-02-02T17:02:01.416" v="1" actId="47"/>
        <pc:sldMkLst>
          <pc:docMk/>
          <pc:sldMk cId="2390427211" sldId="397"/>
        </pc:sldMkLst>
      </pc:sldChg>
      <pc:sldChg chg="addSp modSp mod ord">
        <pc:chgData name="SEBASTIAN MONTOYA VILLADA" userId="dffcc6c4-4ec2-40a3-ba2d-1adaa01cc26d" providerId="ADAL" clId="{3631816F-C42D-43AB-8BE5-E4DD25D23C65}" dt="2025-02-02T17:39:22.546" v="457" actId="20577"/>
        <pc:sldMkLst>
          <pc:docMk/>
          <pc:sldMk cId="656435192" sldId="398"/>
        </pc:sldMkLst>
      </pc:sldChg>
      <pc:sldChg chg="del">
        <pc:chgData name="SEBASTIAN MONTOYA VILLADA" userId="dffcc6c4-4ec2-40a3-ba2d-1adaa01cc26d" providerId="ADAL" clId="{3631816F-C42D-43AB-8BE5-E4DD25D23C65}" dt="2025-02-02T17:02:07.342" v="2" actId="47"/>
        <pc:sldMkLst>
          <pc:docMk/>
          <pc:sldMk cId="3304403443" sldId="399"/>
        </pc:sldMkLst>
      </pc:sldChg>
      <pc:sldChg chg="del">
        <pc:chgData name="SEBASTIAN MONTOYA VILLADA" userId="dffcc6c4-4ec2-40a3-ba2d-1adaa01cc26d" providerId="ADAL" clId="{3631816F-C42D-43AB-8BE5-E4DD25D23C65}" dt="2025-02-02T17:02:12.379" v="3" actId="47"/>
        <pc:sldMkLst>
          <pc:docMk/>
          <pc:sldMk cId="2787044806" sldId="400"/>
        </pc:sldMkLst>
      </pc:sldChg>
      <pc:sldChg chg="del">
        <pc:chgData name="SEBASTIAN MONTOYA VILLADA" userId="dffcc6c4-4ec2-40a3-ba2d-1adaa01cc26d" providerId="ADAL" clId="{3631816F-C42D-43AB-8BE5-E4DD25D23C65}" dt="2025-02-02T17:37:33.435" v="297" actId="47"/>
        <pc:sldMkLst>
          <pc:docMk/>
          <pc:sldMk cId="47168701" sldId="401"/>
        </pc:sldMkLst>
      </pc:sldChg>
      <pc:sldChg chg="modSp">
        <pc:chgData name="SEBASTIAN MONTOYA VILLADA" userId="dffcc6c4-4ec2-40a3-ba2d-1adaa01cc26d" providerId="ADAL" clId="{3631816F-C42D-43AB-8BE5-E4DD25D23C65}" dt="2025-02-02T17:02:58.756" v="13" actId="20577"/>
        <pc:sldMkLst>
          <pc:docMk/>
          <pc:sldMk cId="2608532953" sldId="403"/>
        </pc:sldMkLst>
      </pc:sldChg>
      <pc:sldChg chg="modSp mod">
        <pc:chgData name="SEBASTIAN MONTOYA VILLADA" userId="dffcc6c4-4ec2-40a3-ba2d-1adaa01cc26d" providerId="ADAL" clId="{3631816F-C42D-43AB-8BE5-E4DD25D23C65}" dt="2025-02-02T17:04:29.073" v="32" actId="1076"/>
        <pc:sldMkLst>
          <pc:docMk/>
          <pc:sldMk cId="1301947520" sldId="405"/>
        </pc:sldMkLst>
      </pc:sldChg>
      <pc:sldChg chg="addSp delSp modSp add mod">
        <pc:chgData name="SEBASTIAN MONTOYA VILLADA" userId="dffcc6c4-4ec2-40a3-ba2d-1adaa01cc26d" providerId="ADAL" clId="{3631816F-C42D-43AB-8BE5-E4DD25D23C65}" dt="2025-02-02T17:52:49.619" v="671" actId="20577"/>
        <pc:sldMkLst>
          <pc:docMk/>
          <pc:sldMk cId="4072667157" sldId="406"/>
        </pc:sldMkLst>
      </pc:sldChg>
      <pc:sldChg chg="delSp modSp add mod">
        <pc:chgData name="SEBASTIAN MONTOYA VILLADA" userId="dffcc6c4-4ec2-40a3-ba2d-1adaa01cc26d" providerId="ADAL" clId="{3631816F-C42D-43AB-8BE5-E4DD25D23C65}" dt="2025-02-02T17:12:34.296" v="131" actId="1076"/>
        <pc:sldMkLst>
          <pc:docMk/>
          <pc:sldMk cId="2106485477" sldId="407"/>
        </pc:sldMkLst>
      </pc:sldChg>
      <pc:sldChg chg="modSp add del mod">
        <pc:chgData name="SEBASTIAN MONTOYA VILLADA" userId="dffcc6c4-4ec2-40a3-ba2d-1adaa01cc26d" providerId="ADAL" clId="{3631816F-C42D-43AB-8BE5-E4DD25D23C65}" dt="2025-02-02T17:55:10.721" v="672" actId="47"/>
        <pc:sldMkLst>
          <pc:docMk/>
          <pc:sldMk cId="2579195081" sldId="408"/>
        </pc:sldMkLst>
      </pc:sldChg>
      <pc:sldChg chg="modSp add">
        <pc:chgData name="SEBASTIAN MONTOYA VILLADA" userId="dffcc6c4-4ec2-40a3-ba2d-1adaa01cc26d" providerId="ADAL" clId="{3631816F-C42D-43AB-8BE5-E4DD25D23C65}" dt="2025-02-02T17:24:32.680" v="148" actId="1076"/>
        <pc:sldMkLst>
          <pc:docMk/>
          <pc:sldMk cId="8677875" sldId="409"/>
        </pc:sldMkLst>
      </pc:sldChg>
      <pc:sldChg chg="addSp delSp modSp add mod">
        <pc:chgData name="SEBASTIAN MONTOYA VILLADA" userId="dffcc6c4-4ec2-40a3-ba2d-1adaa01cc26d" providerId="ADAL" clId="{3631816F-C42D-43AB-8BE5-E4DD25D23C65}" dt="2025-02-02T17:18:38.162" v="147" actId="1076"/>
        <pc:sldMkLst>
          <pc:docMk/>
          <pc:sldMk cId="4186104522" sldId="410"/>
        </pc:sldMkLst>
      </pc:sldChg>
      <pc:sldChg chg="add del ord">
        <pc:chgData name="SEBASTIAN MONTOYA VILLADA" userId="dffcc6c4-4ec2-40a3-ba2d-1adaa01cc26d" providerId="ADAL" clId="{3631816F-C42D-43AB-8BE5-E4DD25D23C65}" dt="2025-02-02T17:52:43.562" v="670" actId="47"/>
        <pc:sldMkLst>
          <pc:docMk/>
          <pc:sldMk cId="826557915" sldId="411"/>
        </pc:sldMkLst>
      </pc:sldChg>
      <pc:sldChg chg="addSp modSp add mod">
        <pc:chgData name="SEBASTIAN MONTOYA VILLADA" userId="dffcc6c4-4ec2-40a3-ba2d-1adaa01cc26d" providerId="ADAL" clId="{3631816F-C42D-43AB-8BE5-E4DD25D23C65}" dt="2025-02-02T17:31:21.563" v="201" actId="20577"/>
        <pc:sldMkLst>
          <pc:docMk/>
          <pc:sldMk cId="1378449796" sldId="412"/>
        </pc:sldMkLst>
      </pc:sldChg>
      <pc:sldChg chg="addSp delSp modSp add mod">
        <pc:chgData name="SEBASTIAN MONTOYA VILLADA" userId="dffcc6c4-4ec2-40a3-ba2d-1adaa01cc26d" providerId="ADAL" clId="{3631816F-C42D-43AB-8BE5-E4DD25D23C65}" dt="2025-02-02T17:36:13.703" v="294" actId="20577"/>
        <pc:sldMkLst>
          <pc:docMk/>
          <pc:sldMk cId="1222767551" sldId="413"/>
        </pc:sldMkLst>
      </pc:sldChg>
      <pc:sldChg chg="modSp add mod">
        <pc:chgData name="SEBASTIAN MONTOYA VILLADA" userId="dffcc6c4-4ec2-40a3-ba2d-1adaa01cc26d" providerId="ADAL" clId="{3631816F-C42D-43AB-8BE5-E4DD25D23C65}" dt="2025-02-02T17:44:28.316" v="637" actId="20577"/>
        <pc:sldMkLst>
          <pc:docMk/>
          <pc:sldMk cId="2733277947" sldId="414"/>
        </pc:sldMkLst>
      </pc:sldChg>
      <pc:sldChg chg="modSp add mod">
        <pc:chgData name="SEBASTIAN MONTOYA VILLADA" userId="dffcc6c4-4ec2-40a3-ba2d-1adaa01cc26d" providerId="ADAL" clId="{3631816F-C42D-43AB-8BE5-E4DD25D23C65}" dt="2025-02-02T17:51:15.065" v="669" actId="1076"/>
        <pc:sldMkLst>
          <pc:docMk/>
          <pc:sldMk cId="3342312546" sldId="415"/>
        </pc:sldMkLst>
      </pc:sldChg>
      <pc:sldChg chg="delSp modSp add mod">
        <pc:chgData name="SEBASTIAN MONTOYA VILLADA" userId="dffcc6c4-4ec2-40a3-ba2d-1adaa01cc26d" providerId="ADAL" clId="{3631816F-C42D-43AB-8BE5-E4DD25D23C65}" dt="2025-02-02T17:59:56.766" v="724" actId="20577"/>
        <pc:sldMkLst>
          <pc:docMk/>
          <pc:sldMk cId="3813547514" sldId="416"/>
        </pc:sldMkLst>
      </pc:sldChg>
      <pc:sldChg chg="modSp add mod">
        <pc:chgData name="SEBASTIAN MONTOYA VILLADA" userId="dffcc6c4-4ec2-40a3-ba2d-1adaa01cc26d" providerId="ADAL" clId="{3631816F-C42D-43AB-8BE5-E4DD25D23C65}" dt="2025-02-02T18:01:00.312" v="779" actId="20577"/>
        <pc:sldMkLst>
          <pc:docMk/>
          <pc:sldMk cId="2942061237" sldId="4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A39C6-7AC7-DE48-A7E7-5D665BC0120C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A6DC4-62F6-D744-9B5A-2471E53D22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473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275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781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28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77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490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007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791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0769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96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8025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5242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3167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439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952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9301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6264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42893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4550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83100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3363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3981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83209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6455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177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BCE69C-0E9C-5945-8C5B-51CD63616BC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1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619E48-770E-3797-B2B5-4B5A3A2FE52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7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7" name="Google Shape;42;p1">
            <a:extLst>
              <a:ext uri="{FF2B5EF4-FFF2-40B4-BE49-F238E27FC236}">
                <a16:creationId xmlns:a16="http://schemas.microsoft.com/office/drawing/2014/main" id="{2B45B46A-91AE-80AB-4C52-6F9A4C7FEC60}"/>
              </a:ext>
            </a:extLst>
          </p:cNvPr>
          <p:cNvSpPr txBox="1">
            <a:spLocks noGrp="1"/>
          </p:cNvSpPr>
          <p:nvPr/>
        </p:nvSpPr>
        <p:spPr>
          <a:xfrm>
            <a:off x="1210255" y="2398152"/>
            <a:ext cx="9373925" cy="2962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sz="3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Matemáticas para la informática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Sesión 5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2000" dirty="0">
                <a:solidFill>
                  <a:schemeClr val="lt1"/>
                </a:solidFill>
              </a:rPr>
              <a:t>Sebastian Montoya Villada</a:t>
            </a:r>
          </a:p>
        </p:txBody>
      </p:sp>
    </p:spTree>
    <p:extLst>
      <p:ext uri="{BB962C8B-B14F-4D97-AF65-F5344CB8AC3E}">
        <p14:creationId xmlns:p14="http://schemas.microsoft.com/office/powerpoint/2010/main" val="1972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6105525"/>
            <a:ext cx="10648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71524" y="1870256"/>
            <a:ext cx="1118139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Contenido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6305550"/>
            <a:ext cx="600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AGENDA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229975" y="6305550"/>
            <a:ext cx="190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05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71562" y="2831455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Por qué no basta la lógica proposicional</a:t>
            </a:r>
            <a:endParaRPr sz="2400" dirty="0"/>
          </a:p>
        </p:txBody>
      </p:sp>
      <p:sp>
        <p:nvSpPr>
          <p:cNvPr id="103" name="Google Shape;103;p14"/>
          <p:cNvSpPr/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71562" y="3583930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Funciones proposicionales, variables y dominios</a:t>
            </a:r>
            <a:endParaRPr sz="2400" dirty="0"/>
          </a:p>
        </p:txBody>
      </p:sp>
      <p:sp>
        <p:nvSpPr>
          <p:cNvPr id="105" name="Google Shape;105;p14"/>
          <p:cNvSpPr/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071562" y="4331643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Cuantificador universal y existencial</a:t>
            </a:r>
            <a:endParaRPr sz="2400"/>
          </a:p>
        </p:txBody>
      </p:sp>
      <p:sp>
        <p:nvSpPr>
          <p:cNvPr id="107" name="Google Shape;107;p14"/>
          <p:cNvSpPr txBox="1"/>
          <p:nvPr/>
        </p:nvSpPr>
        <p:spPr>
          <a:xfrm>
            <a:off x="6634163" y="2831455"/>
            <a:ext cx="47720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dominio y el valor de verdad</a:t>
            </a:r>
            <a:endParaRPr sz="2400"/>
          </a:p>
        </p:txBody>
      </p:sp>
      <p:sp>
        <p:nvSpPr>
          <p:cNvPr id="108" name="Google Shape;108;p14"/>
          <p:cNvSpPr/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634163" y="3505498"/>
            <a:ext cx="47720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Traducción y negación de enunciados cuantificados</a:t>
            </a:r>
            <a:endParaRPr sz="2400"/>
          </a:p>
        </p:txBody>
      </p:sp>
      <p:sp>
        <p:nvSpPr>
          <p:cNvPr id="110" name="Google Shape;110;p14"/>
          <p:cNvSpPr txBox="1"/>
          <p:nvPr/>
        </p:nvSpPr>
        <p:spPr>
          <a:xfrm>
            <a:off x="6362222" y="5133202"/>
            <a:ext cx="4429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Objetivo: formalizar enunciados con predicados y cuantificadores, y determinar su valor de verdad según el dominio.</a:t>
            </a:r>
            <a:endParaRPr sz="2400" dirty="0"/>
          </a:p>
        </p:txBody>
      </p:sp>
      <p:sp>
        <p:nvSpPr>
          <p:cNvPr id="111" name="Google Shape;111;p14"/>
          <p:cNvSpPr/>
          <p:nvPr/>
        </p:nvSpPr>
        <p:spPr>
          <a:xfrm>
            <a:off x="771524" y="2937057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771524" y="368953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367463" y="3357562"/>
            <a:ext cx="50387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2957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4" y="372091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862" y="446246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2957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7463" y="3867149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¿Por qué no basta la lógica proposicional?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Tres enunciados muy comunes que con lo visto hasta ahora no podemos formalizar.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3337560" cy="196596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96696" y="252374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«n es un entero impar»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2944368"/>
            <a:ext cx="2880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No es proposición: no podemos decir si es verdadera o falsa.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Su valor depende de n: es V si n = 103 y F si n = 8.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425696" y="2377440"/>
            <a:ext cx="3337560" cy="196596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4654296" y="252374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Todos aprobaron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4654296" y="2944368"/>
            <a:ext cx="2880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Habla de una colección completa.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 proposiciones simples habría que escribir una por cada estudiante.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083296" y="2377440"/>
            <a:ext cx="3337560" cy="196596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8311896" y="252374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Existe un primo grande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8311896" y="2944368"/>
            <a:ext cx="2880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Afirma que algo existe, sin decir cuál.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Ninguna conectiva permite expresar esa idea.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68096" y="4617720"/>
            <a:ext cx="10652760" cy="14630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Google Shape;107;p14"/>
          <p:cNvSpPr txBox="1"/>
          <p:nvPr/>
        </p:nvSpPr>
        <p:spPr>
          <a:xfrm>
            <a:off x="1051560" y="47548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Lo que agregamos hoy</a:t>
            </a:r>
            <a:endParaRPr/>
          </a:p>
        </p:txBody>
      </p:sp>
      <p:sp>
        <p:nvSpPr>
          <p:cNvPr id="9" name="Google Shape;107;p14"/>
          <p:cNvSpPr txBox="1"/>
          <p:nvPr/>
        </p:nvSpPr>
        <p:spPr>
          <a:xfrm>
            <a:off x="1051560" y="5138928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Variables, dominios y dos cuantificadores. Las cinco conectivas siguen valiendo igual: la lógica de predicados amplía la proposicional, no la reemplaza.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Función proposicional y dominio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pieza básica de la lógica de predicados.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31720"/>
            <a:ext cx="10652760" cy="118872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560320"/>
            <a:ext cx="9966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P(x) es un enunciado con una variable que se convierte en proposición cuando se fija el valor de x.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768096" y="3657600"/>
            <a:ext cx="3337560" cy="16916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380390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El predicado</a:t>
            </a:r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996696" y="4224528"/>
            <a:ext cx="28803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P(x):  «x es un entero impar»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letra P nombra la propiedad; x es la variable.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425696" y="3657600"/>
            <a:ext cx="3337560" cy="16916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4654296" y="380390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El dominio de discurso</a:t>
            </a:r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4654296" y="4224528"/>
            <a:ext cx="28803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conjunto de valores que puede tomar x.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Aquí: los enteros positivos.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083296" y="3657600"/>
            <a:ext cx="3337560" cy="16916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8311896" y="380390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Al fijar la variable</a:t>
            </a:r>
            <a:endParaRPr/>
          </a:p>
        </p:txBody>
      </p:sp>
      <p:sp>
        <p:nvSpPr>
          <p:cNvPr id="8" name="Google Shape;107;p14"/>
          <p:cNvSpPr txBox="1"/>
          <p:nvPr/>
        </p:nvSpPr>
        <p:spPr>
          <a:xfrm>
            <a:off x="8311896" y="4224528"/>
            <a:ext cx="28803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P(3):  «3 es impar»  →  verdadera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P(8):  «8 es impar»  →  falsa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68096" y="5532120"/>
            <a:ext cx="10652760" cy="64008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Google Shape;107;p14"/>
          <p:cNvSpPr txBox="1"/>
          <p:nvPr/>
        </p:nvSpPr>
        <p:spPr>
          <a:xfrm>
            <a:off x="1051560" y="56692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mismo enunciado puede ser verdadero en un dominio y falso en otro: declare siempre el dominio.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Ejemplos de funciones proposicionales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Cada una con su variable y su dominio.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10652758" cy="2743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900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7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4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Función proposicional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Variable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Dominio de discurso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n² + 2n es un entero impar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Enteros positivos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x² − x − 6 = 0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x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Números reales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El estudiante aprobó el parcial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estudiante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Estudiantes del grupo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La ciudad tiene más de un millón de habitantes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ciudad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Ciudades de Colombia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44068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596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dominio no siempre es numérico: puede ser cualquier colección de objetos, siempre que esté bien definida.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1: predicados y dominios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Para cada enunciado, escriba el predicado P(x), la variable y un dominio razonable.</a:t>
            </a:r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768096" y="2560320"/>
            <a:ext cx="106527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2200"/>
              </a:spcAft>
            </a:pPr>
            <a:r>
              <a:rPr lang="en-US" sz="18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1)   «x es divisible por 3»</a:t>
            </a:r>
          </a:p>
          <a:p>
            <a:pPr>
              <a:spcAft>
                <a:spcPts val="2200"/>
              </a:spcAft>
            </a:pPr>
            <a:r>
              <a:rPr lang="en-US" sz="18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2)   «el estudiante aprobó el parcial»</a:t>
            </a:r>
          </a:p>
          <a:p>
            <a:pPr>
              <a:spcAft>
                <a:spcPts val="2200"/>
              </a:spcAft>
            </a:pPr>
            <a:r>
              <a:rPr lang="en-US" sz="18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3)   «el proceso consume más de 500 MB de memoria»</a:t>
            </a:r>
          </a:p>
          <a:p>
            <a:pPr>
              <a:spcAft>
                <a:spcPts val="2200"/>
              </a:spcAft>
            </a:pPr>
            <a:r>
              <a:rPr lang="en-US" sz="18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4)   «x + 5 = 12»</a:t>
            </a:r>
          </a:p>
        </p:txBody>
      </p:sp>
      <p:sp>
        <p:nvSpPr>
          <p:cNvPr id="3" name="Google Shape;107;p14"/>
          <p:cNvSpPr txBox="1"/>
          <p:nvPr/>
        </p:nvSpPr>
        <p:spPr>
          <a:xfrm>
            <a:off x="768096" y="5394960"/>
            <a:ext cx="106527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Indique además si el enunciado es proposición tal como está escrito (sin fijar la variable).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1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Ninguno es proposición mientras no se fije el valor de la variable.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10652759" cy="2743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5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3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3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#</a:t>
                      </a:r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Predicado</a:t>
                      </a:r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Dominio posible</a:t>
                      </a:r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D(x): x es divisible por 3</a:t>
                      </a:r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Enteros</a:t>
                      </a:r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A(e): e aprobó el parcial</a:t>
                      </a:r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Estudiantes del grupo</a:t>
                      </a:r>
                      <a:endParaRPr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M(p): p consume más de 500 MB</a:t>
                      </a:r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Procesos en ejecución</a:t>
                      </a:r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4</a:t>
                      </a:r>
                      <a:endParaRPr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S(x): x + 5 = 12</a:t>
                      </a:r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Números reales (solo x = 7 lo hace V)</a:t>
                      </a:r>
                      <a:endParaRPr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Cuantificador universal  ∀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Afirma que la propiedad se cumple en todo el dominio.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31720"/>
            <a:ext cx="10652760" cy="91440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560320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∀x P(x)      se lee     «para toda x, P(x)»</a:t>
            </a:r>
            <a:endParaRPr/>
          </a:p>
        </p:txBody>
      </p:sp>
      <p:graphicFrame>
        <p:nvGraphicFramePr>
          <p:cNvPr id="109" name="Table 108"/>
          <p:cNvGraphicFramePr>
            <a:graphicFrameLocks noGrp="1"/>
          </p:cNvGraphicFramePr>
          <p:nvPr/>
        </p:nvGraphicFramePr>
        <p:xfrm>
          <a:off x="768096" y="3429000"/>
          <a:ext cx="6035039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3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∀x P(x) es...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Cuando...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Verdadera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P(x) es verdadera para TODA x del dominio.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Falsa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P(x) es falsa para AL MENOS UNA x del dominio.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0" name="Rounded Rectangle 109"/>
          <p:cNvSpPr/>
          <p:nvPr/>
        </p:nvSpPr>
        <p:spPr>
          <a:xfrm>
            <a:off x="7086600" y="3429000"/>
            <a:ext cx="4334256" cy="173736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7315200" y="3575304"/>
            <a:ext cx="387705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Ejemplo</a:t>
            </a:r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7315200" y="3995928"/>
            <a:ext cx="3877056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∀x (x² ≥ 0)   sobre los números reales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 verdadera: el cuadrado de cualquier real es positivo o cero.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68096" y="534924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1051560" y="55321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Para demostrar un ∀ hay que argumentar sobre una x arbitraria del dominio. Verificar algunos casos sueltos no es una demostración.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Contraejemplo: cómo se refuta un ∀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 contraejemplo es un valor del dominio que hace falsa a P(x). Basta uno.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212080" cy="1965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Afirmación a refutar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2944368"/>
            <a:ext cx="475488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∀x (x² − 1 &gt; 0)   sobre los números reales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 x = 1:   1² − 1 = 0,   que no es mayor que 0.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377440"/>
            <a:ext cx="5212080" cy="196596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Conclusión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2944368"/>
            <a:ext cx="475488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valor 1 es un contraejemplo: la afirmación es falsa.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No importa que existan otros valores que sí la cumplan.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4526280"/>
            <a:ext cx="10652760" cy="16002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1051560" y="46634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La asimetría que conviene recordar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1051560" y="507492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Demostrar un ∀ obliga a cubrir todo el dominio; refutarlo cuesta un solo caso.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 la misma asimetría del contraejemplo que vimos ayer para invalidar un argumento.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Cuantificador existencial  ∃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Afirma que la propiedad se cumple en al menos un elemento.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31720"/>
            <a:ext cx="10652760" cy="91440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97280" y="2560320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∃x P(x)      se lee     «existe x tal que P(x)»</a:t>
            </a:r>
            <a:endParaRPr/>
          </a:p>
        </p:txBody>
      </p:sp>
      <p:graphicFrame>
        <p:nvGraphicFramePr>
          <p:cNvPr id="109" name="Table 108"/>
          <p:cNvGraphicFramePr>
            <a:graphicFrameLocks noGrp="1"/>
          </p:cNvGraphicFramePr>
          <p:nvPr/>
        </p:nvGraphicFramePr>
        <p:xfrm>
          <a:off x="768096" y="3429000"/>
          <a:ext cx="6035039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1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3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∃x P(x) es...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Cuando...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Verdadera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P(x) es verdadera para AL MENOS UNA x del dominio.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Falsa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P(x) es falsa para TODA x del dominio.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0" name="Rounded Rectangle 109"/>
          <p:cNvSpPr/>
          <p:nvPr/>
        </p:nvSpPr>
        <p:spPr>
          <a:xfrm>
            <a:off x="7086600" y="3429000"/>
            <a:ext cx="4334256" cy="173736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7315200" y="3575304"/>
            <a:ext cx="387705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Ejemplo</a:t>
            </a:r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7315200" y="3995928"/>
            <a:ext cx="3877056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∃x (x² − 1 = 0)   sobre los números reales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 verdadera: basta exhibir x = 1.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68096" y="534924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1051560" y="55321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Demostrar un ∃ es exhibir un valor concreto que lo cumpla. Refutarlo, en cambio, obliga a recorrer todo el dominio.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Comparación de los dos cuantificadores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Cómo se demuestra y cómo se refuta cada uno.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10652758" cy="30175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56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∀x P(x)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∃x P(x)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Se lee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Para toda x, P(x)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Existe x tal que P(x)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Es verdadera si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P(x) vale para todos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P(x) vale para al menos uno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Es falsa si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Falla en al menos uno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Falla en todos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Para demostrarla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Argumentar sobre una x arbitraria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Exhibir un valor concreto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Para refutarla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Dar un contraejemplo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Probar que falla en todo el dominio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715504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623560"/>
            <a:ext cx="10652760" cy="6400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7607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Observe la simetría: lo barato en uno es caro en el otro. Refutar un ∀ y demostrar un ∃ cuestan lo mismo: un solo caso.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De predicado a proposición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 predicado no tiene valor de verdad. Hay dos maneras de dárselo.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99669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Variable libre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996696" y="2944368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P(x) la variable x es libre: queda suelta, recorriendo el dominio.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P(x) no es proposición: no es verdadera ni falsa.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37744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437376" y="252374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Variable acotada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37376" y="2944368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 ∀x P(x) la variable queda acotada por el cuantificador.</a:t>
            </a:r>
          </a:p>
          <a:p>
            <a:pPr>
              <a:spcAft>
                <a:spcPts val="7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Ahora sí es proposición: se puede decidir si es verdadera o falsa.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4389120"/>
            <a:ext cx="10652760" cy="16916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1051560" y="45262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Las dos maneras de cerrar la variable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1051560" y="493776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Fijando un valor concreto:   P(3)   es la proposición «3 es impar».</a:t>
            </a:r>
          </a:p>
          <a:p>
            <a:pPr>
              <a:spcAft>
                <a:spcPts val="800"/>
              </a:spcAft>
            </a:pPr>
            <a:r>
              <a:rPr lang="en-US" sz="14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Cuantificándola:   ∀x P(x)   o   ∃x P(x)   son proposiciones sobre todo el dominio.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El dominio cambia el valor de verdad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misma fórmula puede ser verdadera o falsa según dónde viva la variable.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004797377"/>
              </p:ext>
            </p:extLst>
          </p:nvPr>
        </p:nvGraphicFramePr>
        <p:xfrm>
          <a:off x="768096" y="2468880"/>
          <a:ext cx="10652759" cy="2834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17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3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3742">
                  <a:extLst>
                    <a:ext uri="{9D8B030D-6E8A-4147-A177-3AD203B41FA5}">
                      <a16:colId xmlns:a16="http://schemas.microsoft.com/office/drawing/2014/main" val="349521867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Fórmula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Dominio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Valor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Por qué</a:t>
                      </a:r>
                      <a:endParaRPr lang="es-CO"/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∀x (x² ≥ x)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Enteros positivos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Verdadera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Para 1, 2, 3, … siempre se cumple.</a:t>
                      </a:r>
                      <a:endParaRPr lang="es-CO" dirty="0"/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∀x (x² ≥ x)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Números reales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Falsa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Contraejemplo: x = 0,5 da 0,25 &lt; 0,5.</a:t>
                      </a:r>
                      <a:endParaRPr lang="es-CO"/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∃x (x² = 2)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Números reales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Verdadera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Se cumple con x = √2.</a:t>
                      </a:r>
                      <a:endParaRPr lang="es-CO"/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∃x (x² = 2)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Números enteros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Falsa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Ningún entero al cuadrado da 2.</a:t>
                      </a:r>
                      <a:endParaRPr lang="es-CO" dirty="0"/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486400"/>
            <a:ext cx="10652760" cy="6858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6235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Antes de decidir si un enunciado cuantificado es verdadero, la primera pregunta es siempre: ¿cuál es el dominio?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Cuantificadores sobre dominios finitos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Cuando el dominio tiene pocos elementos, se decide revisando uno por uno.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768096" y="2606040"/>
          <a:ext cx="548640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x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P(x):  x &lt; 5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Q(x):  x es primo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F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V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Roboto"/>
                        </a:rPr>
                        <a:t>F</a:t>
                      </a:r>
                    </a:p>
                  </a:txBody>
                  <a:tcPr marL="64008" marR="64008" marT="27432" marB="27432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Google Shape;107;p14"/>
          <p:cNvSpPr txBox="1"/>
          <p:nvPr/>
        </p:nvSpPr>
        <p:spPr>
          <a:xfrm>
            <a:off x="768096" y="2194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Dominio:  D = {1, 2, 3, 4}</a:t>
            </a:r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6629400" y="2606040"/>
            <a:ext cx="4791456" cy="11430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6858000" y="2752344"/>
            <a:ext cx="433425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∀x P(x)  es verdadera</a:t>
            </a:r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858000" y="3172968"/>
            <a:ext cx="43342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 columna de P no tiene ninguna F: se cumple en los cuatro elementos.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629400" y="3931920"/>
            <a:ext cx="4791456" cy="11430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858000" y="4078224"/>
            <a:ext cx="433425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∀x Q(x)  es falsa</a:t>
            </a:r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6858000" y="4498848"/>
            <a:ext cx="43342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Basta el 1, que no es primo. Ese es el contraejemplo.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629400" y="5257800"/>
            <a:ext cx="4791456" cy="96012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6858000" y="5404104"/>
            <a:ext cx="433425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∃x Q(x)  es verdadera</a:t>
            </a:r>
            <a:endParaRPr/>
          </a:p>
        </p:txBody>
      </p:sp>
      <p:sp>
        <p:nvSpPr>
          <p:cNvPr id="8" name="Google Shape;107;p14"/>
          <p:cNvSpPr txBox="1"/>
          <p:nvPr/>
        </p:nvSpPr>
        <p:spPr>
          <a:xfrm>
            <a:off x="6858000" y="5824728"/>
            <a:ext cx="43342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Basta el 2, que sí es primo.</a:t>
            </a:r>
          </a:p>
        </p:txBody>
      </p:sp>
      <p:sp>
        <p:nvSpPr>
          <p:cNvPr id="9" name="Google Shape;107;p14"/>
          <p:cNvSpPr txBox="1"/>
          <p:nvPr/>
        </p:nvSpPr>
        <p:spPr>
          <a:xfrm>
            <a:off x="768096" y="525780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 dominios infinitos este recuento es imposible: por eso hacen falta las demostraciones.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2: ¿verdadero o falso?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Decida el valor de verdad y justifique su respuesta.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37744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245059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En los puntos 1 a 4 el dominio es  D = {1, 2, 3, 4, 5}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768096" y="3108960"/>
            <a:ext cx="49377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∀x (x &lt; 10)</a:t>
            </a:r>
          </a:p>
          <a:p>
            <a:pPr>
              <a:spcAft>
                <a:spcPts val="18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2)   ∃x (x² = 9)</a:t>
            </a:r>
          </a:p>
          <a:p>
            <a:pPr>
              <a:spcAft>
                <a:spcPts val="18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3)   ∀x (x es impar)</a:t>
            </a:r>
          </a:p>
        </p:txBody>
      </p:sp>
      <p:sp>
        <p:nvSpPr>
          <p:cNvPr id="4" name="Google Shape;107;p14"/>
          <p:cNvSpPr txBox="1"/>
          <p:nvPr/>
        </p:nvSpPr>
        <p:spPr>
          <a:xfrm>
            <a:off x="6035040" y="3108960"/>
            <a:ext cx="53949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4)   ∃x (x + 5 = 4)</a:t>
            </a:r>
          </a:p>
          <a:p>
            <a:pPr>
              <a:spcAft>
                <a:spcPts val="18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5)   ∀x (x² ≥ x)      sobre los enteros positivos</a:t>
            </a:r>
          </a:p>
          <a:p>
            <a:pPr>
              <a:spcAft>
                <a:spcPts val="1800"/>
              </a:spcAft>
            </a:pPr>
            <a:r>
              <a:rPr lang="en-US" sz="17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6)   ∃x (x² = 2)      sobre los enteros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68096" y="5440680"/>
            <a:ext cx="10652760" cy="7315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1051560" y="5596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Recuerde: para refutar un ∀ basta un contraejemplo; para demostrar un ∃ basta exhibir un elemento que cumpla.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2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Valor de verdad y justificación de cada uno.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377440"/>
          <a:ext cx="10652758" cy="32918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9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4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39435">
                  <a:extLst>
                    <a:ext uri="{9D8B030D-6E8A-4147-A177-3AD203B41FA5}">
                      <a16:colId xmlns:a16="http://schemas.microsoft.com/office/drawing/2014/main" val="1582443705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#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Fórmula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Valor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∀x (x &lt; 10)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Verdadera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∃x (x² = 9)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Verdadera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∀x (x es impar)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Falsa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4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∃x (x + 5 = 4)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Falsa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5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∀x (x² ≥ x)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Verdadera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8782214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6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∃x (x² = 2)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Falsa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75626961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806440"/>
            <a:ext cx="10652760" cy="54864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91616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Compare 5 y 6 con la diapositiva del dominio: la misma fórmula cambia de valor si cambia el conjunto.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Traducción de enunciados cuantificados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 = estudiantes del grupo · A(x): «x aprobó» · T(x): «x entregó el taller».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3657600"/>
          <a:ext cx="10652759" cy="25603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687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8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6662">
                  <a:extLst>
                    <a:ext uri="{9D8B030D-6E8A-4147-A177-3AD203B41FA5}">
                      <a16:colId xmlns:a16="http://schemas.microsoft.com/office/drawing/2014/main" val="3354730952"/>
                    </a:ext>
                  </a:extLst>
                </a:gridCol>
              </a:tblGrid>
              <a:tr h="3592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</a:rPr>
                        <a:t>Enunciado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</a:rPr>
                        <a:t>En símbolos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Todos los estudiantes aprobaron.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∀x ∈ E (A(x))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Algún estudiante aprobó.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∃x ∈ E (A(x))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Algún estudiante que entregó el taller aprobó.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∃x ∈ E (T(x) ∧ A(x))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Todo estudiante que entregó el taller aprobó.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∀x ∈ E (T(x) → A(x))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Ningún estudiante aprobó.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∀x ∈ E (¬A(x))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544072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No todos los estudiantes aprobaron.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¬∀x ∈ E (A(x))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9525" cap="flat" cmpd="sng" algn="ctr">
                      <a:solidFill>
                        <a:srgbClr val="DB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07904742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2286000"/>
            <a:ext cx="10652760" cy="12801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2450592"/>
            <a:ext cx="1005840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∀x ∈ A (P(x))   ≡   ∀x (x ∈ A → P(x))          ∃x ∈ A (P(x))   ≡   ∃x (x ∈ A ∧ P(x))</a:t>
            </a:r>
          </a:p>
          <a:p>
            <a:pPr>
              <a:spcAft>
                <a:spcPts val="800"/>
              </a:spcAft>
            </a:pPr>
            <a:r>
              <a:rPr lang="en-US" sz="1300" b="0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Cuando el dominio está restringido se escribe junto al cuantificador. Por eso el ∀ va con → y el ∃ con ∧: la restricción queda absorbida en el ∈.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3: traduzca a símbolos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Use cuantificadores acotados. Indique además qué patrón usó en cada uno.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28600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2395728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Dominio:  U = usuarios registrados</a:t>
            </a:r>
          </a:p>
          <a:p>
            <a:pPr>
              <a:spcAft>
                <a:spcPts val="300"/>
              </a:spcAft>
            </a:pPr>
            <a:r>
              <a:rPr lang="en-US" sz="1200" b="0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A(x): tiene la cuenta activa   ·   P(x): tiene permisos de administrador   ·   V(x): verificó su correo</a:t>
            </a:r>
          </a:p>
        </p:txBody>
      </p:sp>
      <p:sp>
        <p:nvSpPr>
          <p:cNvPr id="3" name="Google Shape;107;p14"/>
          <p:cNvSpPr txBox="1"/>
          <p:nvPr/>
        </p:nvSpPr>
        <p:spPr>
          <a:xfrm>
            <a:off x="768096" y="3337560"/>
            <a:ext cx="5303520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1600"/>
              </a:spcAft>
            </a:pPr>
            <a:r>
              <a:rPr lang="es-ES" sz="1500" b="1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Para todo usuario x: x tiene la cuenta activa</a:t>
            </a:r>
          </a:p>
          <a:p>
            <a:pPr>
              <a:spcAft>
                <a:spcPts val="1600"/>
              </a:spcAft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2) </a:t>
            </a:r>
            <a:r>
              <a:rPr lang="es-ES" sz="1500" b="1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Existe un usuario x tal que: x es administrador</a:t>
            </a:r>
            <a:r>
              <a:rPr lang="en-US" sz="1500" b="1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>
              <a:spcAft>
                <a:spcPts val="1600"/>
              </a:spcAft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3) </a:t>
            </a:r>
            <a:r>
              <a:rPr lang="es-ES" sz="1500" b="1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Existe un usuario x tal que: x es administrador y tiene la cuenta activa</a:t>
            </a:r>
            <a:endParaRPr lang="en-US" sz="1500" b="1" i="0" u="none" strike="noStrike" cap="none" dirty="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107;p14"/>
          <p:cNvSpPr txBox="1"/>
          <p:nvPr/>
        </p:nvSpPr>
        <p:spPr>
          <a:xfrm>
            <a:off x="6217920" y="3337560"/>
            <a:ext cx="5212080" cy="176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1600"/>
              </a:spcAft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4) </a:t>
            </a:r>
            <a:r>
              <a:rPr lang="es-ES" sz="1500" b="1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Para todo usuario x: si x es administrador, entonces tiene la cuenta activa</a:t>
            </a:r>
            <a:endParaRPr lang="en-US" sz="1500" b="1" i="0" u="none" strike="noStrike" cap="none" dirty="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spcAft>
                <a:spcPts val="1600"/>
              </a:spcAft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5) </a:t>
            </a:r>
            <a:r>
              <a:rPr lang="es-ES" sz="1500" b="1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Para todo usuario x: si x no verificó su correo, entonces no es administrador</a:t>
            </a:r>
          </a:p>
          <a:p>
            <a:pPr>
              <a:spcAft>
                <a:spcPts val="1600"/>
              </a:spcAft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6) </a:t>
            </a:r>
            <a:r>
              <a:rPr lang="es-ES" sz="1500" b="1" i="0" u="none" strike="noStrike" cap="none" dirty="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No es cierto que: para todo usuario x, x verificó su correo</a:t>
            </a:r>
            <a:endParaRPr lang="en-US" sz="1500" b="1" i="0" u="none" strike="noStrike" cap="none" dirty="0">
              <a:solidFill>
                <a:srgbClr val="1E29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768096" y="544068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1051560" y="56235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Compare el 3 con el 4: uno afirma las dos cosas a la vez (∧), el otro las condiciona (→).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3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Traducción y patrón de cada enunciado.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23160"/>
          <a:ext cx="10652759" cy="3200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8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7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</a:rPr>
                        <a:t>#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</a:rPr>
                        <a:t>En símbolos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</a:rPr>
                        <a:t>Patrón y observación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∀x ∈ U (A(x))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∀ simple. «Usuario» ya está en el dominio, no se repite.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∃x ∈ U (P(x))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∃ simple.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∃x ∈ U (P(x) ∧ A(x))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∃ con ∧: afirma las dos propiedades a la vez.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4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∀x ∈ U (P(x) → A(x))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∀ con →: solo condiciona a los que son administradores.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5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∀x ∈ U (¬V(x) → ¬P(x))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Equivale por contrapositiva a ∀x ∈ U (P(x) → V(x)).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40485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6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¬∀x ∈ U (V(x))  ≡  ∃x ∈ U (¬V(x))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Roboto"/>
                        </a:rPr>
                        <a:t>Negación de un ∀: se convierte en ∃.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433734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76072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8521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punto 5 enlaza con la sesión 4: negar antecedente y consecuente e invertirlos da una fórmula equivalente.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Negación de cuantificadores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Leyes generalizadas de De Morgan: al negar, el cuantificador cambia y la negación entra.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28600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05840" y="239572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Sin dominio explícito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1005840" y="278892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¬ ∀x P(x)   ≡   ∃x ¬P(x)</a:t>
            </a:r>
          </a:p>
          <a:p>
            <a:pPr>
              <a:spcAft>
                <a:spcPts val="600"/>
              </a:spcAft>
            </a:pPr>
            <a:r>
              <a:rPr lang="en-US" sz="16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¬ ∃x P(x)   ≡   ∀x ¬P(x)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208776" y="228600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Google Shape;107;p14"/>
          <p:cNvSpPr txBox="1"/>
          <p:nvPr/>
        </p:nvSpPr>
        <p:spPr>
          <a:xfrm>
            <a:off x="6446520" y="239572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Con dominio acotado</a:t>
            </a:r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6446520" y="278892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5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¬ ∀x ∈ A (P(x))   ≡   ∃x ∈ A (¬P(x))</a:t>
            </a:r>
          </a:p>
          <a:p>
            <a:pPr>
              <a:spcAft>
                <a:spcPts val="600"/>
              </a:spcAft>
            </a:pPr>
            <a:r>
              <a:rPr lang="en-US" sz="15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¬ ∃x ∈ A (P(x))   ≡   ∀x ∈ A (¬P(x))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8096" y="3931920"/>
            <a:ext cx="3337560" cy="13716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Google Shape;107;p14"/>
          <p:cNvSpPr txBox="1"/>
          <p:nvPr/>
        </p:nvSpPr>
        <p:spPr>
          <a:xfrm>
            <a:off x="996696" y="407822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Negar «todos cumplen»</a:t>
            </a:r>
            <a:endParaRPr/>
          </a:p>
        </p:txBody>
      </p:sp>
      <p:sp>
        <p:nvSpPr>
          <p:cNvPr id="7" name="Google Shape;107;p14"/>
          <p:cNvSpPr txBox="1"/>
          <p:nvPr/>
        </p:nvSpPr>
        <p:spPr>
          <a:xfrm>
            <a:off x="996696" y="4498848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equivale a afirmar que «alguno no cumple».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425696" y="3931920"/>
            <a:ext cx="3337560" cy="13716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Google Shape;107;p14"/>
          <p:cNvSpPr txBox="1"/>
          <p:nvPr/>
        </p:nvSpPr>
        <p:spPr>
          <a:xfrm>
            <a:off x="4654296" y="407822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Negar «alguno cumple»</a:t>
            </a:r>
            <a:endParaRPr/>
          </a:p>
        </p:txBody>
      </p:sp>
      <p:sp>
        <p:nvSpPr>
          <p:cNvPr id="9" name="Google Shape;107;p14"/>
          <p:cNvSpPr txBox="1"/>
          <p:nvPr/>
        </p:nvSpPr>
        <p:spPr>
          <a:xfrm>
            <a:off x="4654296" y="4498848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equivale a afirmar que «ninguno cumple».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083296" y="3931920"/>
            <a:ext cx="3337560" cy="13716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Google Shape;107;p14"/>
          <p:cNvSpPr txBox="1"/>
          <p:nvPr/>
        </p:nvSpPr>
        <p:spPr>
          <a:xfrm>
            <a:off x="8311896" y="4078224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El dominio no se toca</a:t>
            </a:r>
            <a:endParaRPr/>
          </a:p>
        </p:txBody>
      </p:sp>
      <p:sp>
        <p:nvSpPr>
          <p:cNvPr id="11" name="Google Shape;107;p14"/>
          <p:cNvSpPr txBox="1"/>
          <p:nvPr/>
        </p:nvSpPr>
        <p:spPr>
          <a:xfrm>
            <a:off x="8311896" y="4498848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Solo cambian el cuantificador y el interior del paréntesis.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68096" y="5440680"/>
            <a:ext cx="10652760" cy="7315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Google Shape;107;p14"/>
          <p:cNvSpPr txBox="1"/>
          <p:nvPr/>
        </p:nvSpPr>
        <p:spPr>
          <a:xfrm>
            <a:off x="1051560" y="559612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 la misma idea de De Morgan de la sesión 3: al negar, ∀ se convierte en ∃ y viceversa, igual que ∧ se convierte en ∨.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Ejemplos de negación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 = estudiantes · A(x): «x aprobó» · T(x): «x entregó el taller».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68880"/>
          <a:ext cx="10652759" cy="2743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76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2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3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Enunciado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Su negación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1E3A8A"/>
                          </a:solidFill>
                          <a:latin typeface="Montserrat"/>
                        </a:rPr>
                        <a:t>En palabras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∀x ∈ ℝ (x² ≥ 0)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∃x ∈ ℝ (x² &lt; 0)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Existe un real cuyo cuadrado es negativo.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∃x ∈ ℝ (x + 1 = x)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∀x ∈ ℝ (x + 1 ≠ x)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Para todo real, x + 1 es distinto de x.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∀x ∈ E (A(x))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∃x ∈ E (¬A(x))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Hay un estudiante que no aprobó.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∀x ∈ E (T(x) → A(x))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∃x ∈ E (T(x) ∧ ¬A(x))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Hay uno que entregó el taller y no aprobó.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58061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394960"/>
            <a:ext cx="10652760" cy="8229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50468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La última fila es la más importante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1051560" y="583387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dominio se mantiene, pero dentro del paréntesis el → se convierte en ∧, por la ley ¬(p → q) ≡ p ∧ ¬q de la sesión 3.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4: niegue cada enunciado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Escriba la negación en símbolos y luego en palabras.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768096" y="2286000"/>
            <a:ext cx="10652760" cy="68580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245059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Dominio:  E = estudiantes del grupo   ·   A(x): «x aprobó»   ·   T(x): «x entregó el taller»</a:t>
            </a:r>
            <a:endParaRPr/>
          </a:p>
        </p:txBody>
      </p:sp>
      <p:sp>
        <p:nvSpPr>
          <p:cNvPr id="3" name="Google Shape;107;p14"/>
          <p:cNvSpPr txBox="1"/>
          <p:nvPr/>
        </p:nvSpPr>
        <p:spPr>
          <a:xfrm>
            <a:off x="768096" y="3246120"/>
            <a:ext cx="502920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16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1)   ∀x ∈ ℤ (x &gt; 0)</a:t>
            </a:r>
          </a:p>
          <a:p>
            <a:pPr>
              <a:spcAft>
                <a:spcPts val="1800"/>
              </a:spcAft>
            </a:pPr>
            <a:r>
              <a:rPr lang="en-US" sz="16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2)   ∃x ∈ ℤ (x² = 2)</a:t>
            </a:r>
          </a:p>
          <a:p>
            <a:pPr>
              <a:spcAft>
                <a:spcPts val="1800"/>
              </a:spcAft>
            </a:pPr>
            <a:r>
              <a:rPr lang="en-US" sz="16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3)   ∀x ∈ E (A(x))</a:t>
            </a:r>
          </a:p>
        </p:txBody>
      </p:sp>
      <p:sp>
        <p:nvSpPr>
          <p:cNvPr id="4" name="Google Shape;107;p14"/>
          <p:cNvSpPr txBox="1"/>
          <p:nvPr/>
        </p:nvSpPr>
        <p:spPr>
          <a:xfrm>
            <a:off x="6126480" y="3246120"/>
            <a:ext cx="530352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4)   ∃x ∈ E (¬A(x))</a:t>
            </a:r>
          </a:p>
          <a:p>
            <a:pPr>
              <a:spcAft>
                <a:spcPts val="1200"/>
              </a:spcAft>
            </a:pPr>
            <a:r>
              <a:rPr lang="en-US" sz="16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5)   ∀x ∈ E (T(x) → A(x))</a:t>
            </a:r>
          </a:p>
          <a:p>
            <a:pPr>
              <a:spcAft>
                <a:spcPts val="1200"/>
              </a:spcAft>
            </a:pPr>
            <a:r>
              <a:rPr lang="en-US" sz="16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6)   «Ningún estudiante aprobó»</a:t>
            </a:r>
          </a:p>
          <a:p>
            <a:pPr>
              <a:spcAft>
                <a:spcPts val="1200"/>
              </a:spcAft>
            </a:pPr>
            <a:r>
              <a:rPr lang="en-US" sz="16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       formalícelo primero y luego niéguelo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68096" y="5440680"/>
            <a:ext cx="10652760" cy="7772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Google Shape;107;p14"/>
          <p:cNvSpPr txBox="1"/>
          <p:nvPr/>
        </p:nvSpPr>
        <p:spPr>
          <a:xfrm>
            <a:off x="1051560" y="56235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El dominio no cambia al negar. En el punto 5, cuidado con lo que pasa dentro del paréntesis.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Actividad 4 — Solución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Negación en símbolos y en palabras.</a:t>
            </a:r>
            <a:endParaRPr/>
          </a:p>
        </p:txBody>
      </p:sp>
      <p:graphicFrame>
        <p:nvGraphicFramePr>
          <p:cNvPr id="108" name="Google Shape;108;p14"/>
          <p:cNvGraphicFramePr/>
          <p:nvPr>
            <p:extLst>
              <p:ext uri="{D42A27DB-BD31-4B8C-83A1-F6EECF244321}">
                <p14:modId xmlns:p14="http://schemas.microsoft.com/office/powerpoint/2010/main" val="2799972902"/>
              </p:ext>
            </p:extLst>
          </p:nvPr>
        </p:nvGraphicFramePr>
        <p:xfrm>
          <a:off x="768096" y="2423160"/>
          <a:ext cx="10652759" cy="3200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5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17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</a:rPr>
                        <a:t>#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</a:rPr>
                        <a:t>Negación en símbolos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1E3A8A"/>
                          </a:solidFill>
                          <a:latin typeface="Montserrat"/>
                        </a:rPr>
                        <a:t>En palabras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1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∃x ∈ ℤ (x ≤ 0)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Existe un entero que no es positivo.  (verdadera)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2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∀x ∈ ℤ (x² ≠ 2)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Para todo entero, x² es distinto de 2.  (verdadera)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3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∃x ∈ E (¬A(x))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Hay un estudiante que no aprobó.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4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∀x ∈ E (A(x))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Todos los estudiantes aprobaron.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5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∃x ∈ E (T(x) ∧ ¬A(x))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Hay un estudiante que entregó el taller y no aprobó.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9068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6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∃x ∈ E (A(x))</a:t>
                      </a:r>
                      <a:endParaRPr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Roboto"/>
                        </a:rPr>
                        <a:t>Algún estudiante aprobó.</a:t>
                      </a:r>
                      <a:endParaRPr dirty="0"/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DBE2EC"/>
                      </a:solidFill>
                    </a:lnL>
                    <a:lnR w="9525" cap="flat" cmpd="sng" algn="ctr">
                      <a:solidFill>
                        <a:srgbClr val="DBE2EC"/>
                      </a:solidFill>
                    </a:lnR>
                    <a:lnT w="9525" cap="flat" cmpd="sng" algn="ctr">
                      <a:solidFill>
                        <a:srgbClr val="DBE2EC"/>
                      </a:solidFill>
                    </a:lnT>
                    <a:lnB w="9525" cap="flat" cmpd="sng" algn="ctr">
                      <a:solidFill>
                        <a:srgbClr val="DBE2EC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293687"/>
                  </a:ext>
                </a:extLst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768096" y="576072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1051560" y="58521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Los puntos 3 y 4 son inversos: negar dos veces devuelve al enunciado original. En el 6, «ningún estudiante aprobó» es ∀x ∈ E (¬A(x)).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1813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Trabajo independiente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276350"/>
            <a:ext cx="106489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6859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Para desarrollar fuera del horario de clase.</a:t>
            </a:r>
            <a:endParaRPr/>
          </a:p>
        </p:txBody>
      </p:sp>
      <p:sp>
        <p:nvSpPr>
          <p:cNvPr id="2" name="Google Shape;107;p14"/>
          <p:cNvSpPr txBox="1"/>
          <p:nvPr/>
        </p:nvSpPr>
        <p:spPr>
          <a:xfrm>
            <a:off x="768096" y="2377440"/>
            <a:ext cx="1065276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1900"/>
              </a:spcAft>
            </a:pPr>
            <a:r>
              <a:rPr lang="en-US" sz="16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Lea la sección 1.3 de Johnsonbaugh: cuantificadores, contraejemplo y leyes generalizadas de De Morgan.</a:t>
            </a:r>
          </a:p>
          <a:p>
            <a:pPr>
              <a:spcAft>
                <a:spcPts val="1900"/>
              </a:spcAft>
            </a:pPr>
            <a:r>
              <a:rPr lang="en-US" sz="16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Traduzca a símbolos cinco enunciados sobre los estudiantes del grupo usando ∀ y ∃, y escriba la negación de cada uno.</a:t>
            </a:r>
          </a:p>
          <a:p>
            <a:pPr>
              <a:spcAft>
                <a:spcPts val="1900"/>
              </a:spcAft>
            </a:pPr>
            <a:r>
              <a:rPr lang="en-US" sz="16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Dé un contraejemplo para: ∀x (x² &gt; x) sobre los números reales.</a:t>
            </a:r>
          </a:p>
          <a:p>
            <a:pPr>
              <a:spcAft>
                <a:spcPts val="1900"/>
              </a:spcAft>
            </a:pPr>
            <a:r>
              <a:rPr lang="en-US" sz="1600" b="0" i="0" u="none" strike="noStrike" cap="non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Próxima sesión: cuantificadores anidados y traducción de enunciados con dos variables.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0B8AF-6022-4E5B-06B9-24B4B78C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1AB1FB-E3DC-2D26-6B2C-08A25A3B7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0326D8-E30C-AD24-3EAA-BCE96D5C0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8B8AA84-A5E1-21DE-2EAE-BD6F0C302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5BB1BB9-F4AA-2D61-3C1B-74A58B29D078}"/>
              </a:ext>
            </a:extLst>
          </p:cNvPr>
          <p:cNvSpPr/>
          <p:nvPr/>
        </p:nvSpPr>
        <p:spPr>
          <a:xfrm>
            <a:off x="1330467" y="3166712"/>
            <a:ext cx="95310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ts val="5400"/>
            </a:pPr>
            <a:r>
              <a:rPr lang="es-MX" sz="5400" b="1">
                <a:solidFill>
                  <a:schemeClr val="bg1"/>
                </a:solidFill>
                <a:latin typeface="Montserrat" panose="00000500000000000000" pitchFamily="50" charset="0"/>
                <a:ea typeface="Roboto" panose="02000000000000000000" pitchFamily="2" charset="0"/>
                <a:cs typeface="Myanmar Text" panose="020B0502040204020203" pitchFamily="34" charset="0"/>
              </a:rPr>
              <a:t>¡MUCHAS GRACIAS!</a:t>
            </a:r>
            <a:endParaRPr lang="es-MX" sz="5400" b="1">
              <a:latin typeface="Montserrat" panose="00000500000000000000" pitchFamily="50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26931EB-0942-B142-0FC7-C81642E72B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410236" y="1629116"/>
            <a:ext cx="913016" cy="474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53338"/>
      </p:ext>
    </p:extLst>
  </p:cSld>
  <p:clrMapOvr>
    <a:masterClrMapping/>
  </p:clrMapOvr>
</p:sld>
</file>

<file path=ppt/theme/theme1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0F1A998DF485741973047B0282D7461" ma:contentTypeVersion="4" ma:contentTypeDescription="Crear nuevo documento." ma:contentTypeScope="" ma:versionID="1b70b2faf0ee7eb4a2a5c078e35f5067">
  <xsd:schema xmlns:xsd="http://www.w3.org/2001/XMLSchema" xmlns:xs="http://www.w3.org/2001/XMLSchema" xmlns:p="http://schemas.microsoft.com/office/2006/metadata/properties" xmlns:ns2="539bfd63-48c4-4ceb-ad51-e3b6b1d74c20" targetNamespace="http://schemas.microsoft.com/office/2006/metadata/properties" ma:root="true" ma:fieldsID="935c1bb362677d2a5e464ee38cef8249" ns2:_="">
    <xsd:import namespace="539bfd63-48c4-4ceb-ad51-e3b6b1d74c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9bfd63-48c4-4ceb-ad51-e3b6b1d74c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2A1A5F-7253-4080-B5DF-B5BC64A6EA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9bfd63-48c4-4ceb-ad51-e3b6b1d74c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188521E-61ED-4F45-B1B4-1DD77D94DB22}">
  <ds:schemaRefs>
    <ds:schemaRef ds:uri="539bfd63-48c4-4ceb-ad51-e3b6b1d74c20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4B2C89B-F763-4A7D-B5C0-BB607F12021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2832</TotalTime>
  <Words>2966</Words>
  <Application>Microsoft Office PowerPoint</Application>
  <PresentationFormat>Panorámica</PresentationFormat>
  <Paragraphs>361</Paragraphs>
  <Slides>25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25</vt:i4>
      </vt:variant>
    </vt:vector>
  </HeadingPairs>
  <TitlesOfParts>
    <vt:vector size="34" baseType="lpstr">
      <vt:lpstr>Arial</vt:lpstr>
      <vt:lpstr>Calibri</vt:lpstr>
      <vt:lpstr>Calibri Light</vt:lpstr>
      <vt:lpstr>Inter</vt:lpstr>
      <vt:lpstr>Inter SemiBold</vt:lpstr>
      <vt:lpstr>Montserrat</vt:lpstr>
      <vt:lpstr>Roboto</vt:lpstr>
      <vt:lpstr>3_Tema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Paula Andrea Yepes Gómez</dc:creator>
  <cp:lastModifiedBy>SEBASTIAN MONTOYA VILLADA</cp:lastModifiedBy>
  <cp:revision>95</cp:revision>
  <dcterms:created xsi:type="dcterms:W3CDTF">2022-07-12T20:27:57Z</dcterms:created>
  <dcterms:modified xsi:type="dcterms:W3CDTF">2026-08-21T04:17:53Z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0x010100E0F1A998DF485741973047B0282D7461</vt:lpwstr>
  </property>
</Properties>
</file>