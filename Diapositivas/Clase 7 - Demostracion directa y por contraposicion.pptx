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  <p:sldMasterId id="2147483660" r:id="rId5"/>
  </p:sldMasterIdLst>
  <p:notesMasterIdLst>
    <p:notesMasterId r:id="rId29"/>
  </p:notesMasterIdLst>
  <p:sldIdLst>
    <p:sldId id="259" r:id="rId6"/>
    <p:sldId id="435" r:id="rId7"/>
    <p:sldId id="469" r:id="rId36"/>
    <p:sldId id="470" r:id="rId37"/>
    <p:sldId id="471" r:id="rId38"/>
    <p:sldId id="472" r:id="rId39"/>
    <p:sldId id="473" r:id="rId40"/>
    <p:sldId id="474" r:id="rId41"/>
    <p:sldId id="475" r:id="rId42"/>
    <p:sldId id="476" r:id="rId43"/>
    <p:sldId id="477" r:id="rId44"/>
    <p:sldId id="478" r:id="rId45"/>
    <p:sldId id="479" r:id="rId46"/>
    <p:sldId id="480" r:id="rId47"/>
    <p:sldId id="481" r:id="rId48"/>
    <p:sldId id="482" r:id="rId49"/>
    <p:sldId id="483" r:id="rId50"/>
    <p:sldId id="484" r:id="rId51"/>
    <p:sldId id="485" r:id="rId52"/>
    <p:sldId id="486" r:id="rId53"/>
    <p:sldId id="487" r:id="rId54"/>
    <p:sldId id="488" r:id="rId55"/>
    <p:sldId id="489" r:id="rId56"/>
    <p:sldId id="358" r:id="rId2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4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71842D-0B3E-C4F0-38AD-F9C6520AB797}" v="1" dt="2025-08-14T00:02:49.985"/>
    <p1510:client id="{A9085E3F-640F-8AC8-2CAF-A556D3A012AA}" v="88" dt="2025-08-12T20:32:49.3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28" Type="http://schemas.openxmlformats.org/officeDocument/2006/relationships/slide" Target="slides/slide24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microsoft.com/office/2016/11/relationships/changesInfo" Target="changesInfos/changesInfo1.xml"/><Relationship Id="rId35" Type="http://schemas.microsoft.com/office/2015/10/relationships/revisionInfo" Target="revisionInfo.xml"/><Relationship Id="rId36" Type="http://schemas.openxmlformats.org/officeDocument/2006/relationships/slide" Target="slides/slide3.xml"/><Relationship Id="rId37" Type="http://schemas.openxmlformats.org/officeDocument/2006/relationships/slide" Target="slides/slide4.xml"/><Relationship Id="rId38" Type="http://schemas.openxmlformats.org/officeDocument/2006/relationships/slide" Target="slides/slide5.xml"/><Relationship Id="rId39" Type="http://schemas.openxmlformats.org/officeDocument/2006/relationships/slide" Target="slides/slide6.xml"/><Relationship Id="rId40" Type="http://schemas.openxmlformats.org/officeDocument/2006/relationships/slide" Target="slides/slide7.xml"/><Relationship Id="rId41" Type="http://schemas.openxmlformats.org/officeDocument/2006/relationships/slide" Target="slides/slide8.xml"/><Relationship Id="rId42" Type="http://schemas.openxmlformats.org/officeDocument/2006/relationships/slide" Target="slides/slide9.xml"/><Relationship Id="rId43" Type="http://schemas.openxmlformats.org/officeDocument/2006/relationships/slide" Target="slides/slide10.xml"/><Relationship Id="rId44" Type="http://schemas.openxmlformats.org/officeDocument/2006/relationships/slide" Target="slides/slide11.xml"/><Relationship Id="rId45" Type="http://schemas.openxmlformats.org/officeDocument/2006/relationships/slide" Target="slides/slide12.xml"/><Relationship Id="rId46" Type="http://schemas.openxmlformats.org/officeDocument/2006/relationships/slide" Target="slides/slide13.xml"/><Relationship Id="rId47" Type="http://schemas.openxmlformats.org/officeDocument/2006/relationships/slide" Target="slides/slide14.xml"/><Relationship Id="rId48" Type="http://schemas.openxmlformats.org/officeDocument/2006/relationships/slide" Target="slides/slide15.xml"/><Relationship Id="rId49" Type="http://schemas.openxmlformats.org/officeDocument/2006/relationships/slide" Target="slides/slide16.xml"/><Relationship Id="rId50" Type="http://schemas.openxmlformats.org/officeDocument/2006/relationships/slide" Target="slides/slide17.xml"/><Relationship Id="rId51" Type="http://schemas.openxmlformats.org/officeDocument/2006/relationships/slide" Target="slides/slide18.xml"/><Relationship Id="rId52" Type="http://schemas.openxmlformats.org/officeDocument/2006/relationships/slide" Target="slides/slide19.xml"/><Relationship Id="rId53" Type="http://schemas.openxmlformats.org/officeDocument/2006/relationships/slide" Target="slides/slide20.xml"/><Relationship Id="rId54" Type="http://schemas.openxmlformats.org/officeDocument/2006/relationships/slide" Target="slides/slide21.xml"/><Relationship Id="rId55" Type="http://schemas.openxmlformats.org/officeDocument/2006/relationships/slide" Target="slides/slide22.xml"/><Relationship Id="rId56" Type="http://schemas.openxmlformats.org/officeDocument/2006/relationships/slide" Target="slides/slide2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MONTOYA VILLADA" userId="S::sebastianmontoya8118@correo.itm.edu.co::dffcc6c4-4ec2-40a3-ba2d-1adaa01cc26d" providerId="AD" clId="Web-{F0891811-0C3E-E044-B339-FA3C78DDAA21}"/>
    <pc:docChg chg="modSld">
      <pc:chgData name="SEBASTIAN MONTOYA VILLADA" userId="S::sebastianmontoya8118@correo.itm.edu.co::dffcc6c4-4ec2-40a3-ba2d-1adaa01cc26d" providerId="AD" clId="Web-{F0891811-0C3E-E044-B339-FA3C78DDAA21}" dt="2025-02-02T16:50:46.608" v="48" actId="20577"/>
      <pc:docMkLst>
        <pc:docMk/>
      </pc:docMkLst>
      <pc:sldChg chg="modSp">
        <pc:chgData name="SEBASTIAN MONTOYA VILLADA" userId="S::sebastianmontoya8118@correo.itm.edu.co::dffcc6c4-4ec2-40a3-ba2d-1adaa01cc26d" providerId="AD" clId="Web-{F0891811-0C3E-E044-B339-FA3C78DDAA21}" dt="2025-02-02T16:50:46.608" v="48" actId="20577"/>
        <pc:sldMkLst>
          <pc:docMk/>
          <pc:sldMk cId="2518797674" sldId="377"/>
        </pc:sldMkLst>
      </pc:sldChg>
    </pc:docChg>
  </pc:docChgLst>
  <pc:docChgLst>
    <pc:chgData name="SEBASTIAN MONTOYA VILLADA" userId="S::sebastianmontoya8118@correo.itm.edu.co::dffcc6c4-4ec2-40a3-ba2d-1adaa01cc26d" providerId="AD" clId="Web-{12ABB21D-7E4B-A741-8DBD-07416A75BBC9}"/>
    <pc:docChg chg="addSld modSld">
      <pc:chgData name="SEBASTIAN MONTOYA VILLADA" userId="S::sebastianmontoya8118@correo.itm.edu.co::dffcc6c4-4ec2-40a3-ba2d-1adaa01cc26d" providerId="AD" clId="Web-{12ABB21D-7E4B-A741-8DBD-07416A75BBC9}" dt="2025-02-06T19:01:40.165" v="84" actId="20577"/>
      <pc:docMkLst>
        <pc:docMk/>
      </pc:docMkLst>
      <pc:sldChg chg="modSp">
        <pc:chgData name="SEBASTIAN MONTOYA VILLADA" userId="S::sebastianmontoya8118@correo.itm.edu.co::dffcc6c4-4ec2-40a3-ba2d-1adaa01cc26d" providerId="AD" clId="Web-{12ABB21D-7E4B-A741-8DBD-07416A75BBC9}" dt="2025-02-06T19:01:40.165" v="84" actId="20577"/>
        <pc:sldMkLst>
          <pc:docMk/>
          <pc:sldMk cId="3747983956" sldId="427"/>
        </pc:sldMkLst>
      </pc:sldChg>
      <pc:sldChg chg="modSp">
        <pc:chgData name="SEBASTIAN MONTOYA VILLADA" userId="S::sebastianmontoya8118@correo.itm.edu.co::dffcc6c4-4ec2-40a3-ba2d-1adaa01cc26d" providerId="AD" clId="Web-{12ABB21D-7E4B-A741-8DBD-07416A75BBC9}" dt="2025-02-06T18:52:16.640" v="48" actId="20577"/>
        <pc:sldMkLst>
          <pc:docMk/>
          <pc:sldMk cId="2353607267" sldId="430"/>
        </pc:sldMkLst>
      </pc:sldChg>
      <pc:sldChg chg="modSp add replId">
        <pc:chgData name="SEBASTIAN MONTOYA VILLADA" userId="S::sebastianmontoya8118@correo.itm.edu.co::dffcc6c4-4ec2-40a3-ba2d-1adaa01cc26d" providerId="AD" clId="Web-{12ABB21D-7E4B-A741-8DBD-07416A75BBC9}" dt="2025-02-06T18:32:55.280" v="33" actId="20577"/>
        <pc:sldMkLst>
          <pc:docMk/>
          <pc:sldMk cId="2958943099" sldId="433"/>
        </pc:sldMkLst>
      </pc:sldChg>
    </pc:docChg>
  </pc:docChgLst>
  <pc:docChgLst>
    <pc:chgData name="SEBASTIAN MONTOYA VILLADA" userId="S::sebastianmontoya8118@correo.itm.edu.co::dffcc6c4-4ec2-40a3-ba2d-1adaa01cc26d" providerId="AD" clId="Web-{4371842D-0B3E-C4F0-38AD-F9C6520AB797}"/>
    <pc:docChg chg="delSld">
      <pc:chgData name="SEBASTIAN MONTOYA VILLADA" userId="S::sebastianmontoya8118@correo.itm.edu.co::dffcc6c4-4ec2-40a3-ba2d-1adaa01cc26d" providerId="AD" clId="Web-{4371842D-0B3E-C4F0-38AD-F9C6520AB797}" dt="2025-08-14T00:02:49.985" v="0"/>
      <pc:docMkLst>
        <pc:docMk/>
      </pc:docMkLst>
      <pc:sldChg chg="del">
        <pc:chgData name="SEBASTIAN MONTOYA VILLADA" userId="S::sebastianmontoya8118@correo.itm.edu.co::dffcc6c4-4ec2-40a3-ba2d-1adaa01cc26d" providerId="AD" clId="Web-{4371842D-0B3E-C4F0-38AD-F9C6520AB797}" dt="2025-08-14T00:02:49.985" v="0"/>
        <pc:sldMkLst>
          <pc:docMk/>
          <pc:sldMk cId="2831281710" sldId="423"/>
        </pc:sldMkLst>
      </pc:sldChg>
    </pc:docChg>
  </pc:docChgLst>
  <pc:docChgLst>
    <pc:chgData name="SEBASTIAN MONTOYA VILLADA" userId="S::sebastianmontoya8118@correo.itm.edu.co::dffcc6c4-4ec2-40a3-ba2d-1adaa01cc26d" providerId="AD" clId="Web-{0E7E6845-1414-57BF-4B89-6166058ECF3B}"/>
    <pc:docChg chg="modSld">
      <pc:chgData name="SEBASTIAN MONTOYA VILLADA" userId="S::sebastianmontoya8118@correo.itm.edu.co::dffcc6c4-4ec2-40a3-ba2d-1adaa01cc26d" providerId="AD" clId="Web-{0E7E6845-1414-57BF-4B89-6166058ECF3B}" dt="2025-02-12T15:13:33.994" v="57"/>
      <pc:docMkLst>
        <pc:docMk/>
      </pc:docMkLst>
      <pc:sldChg chg="modSp">
        <pc:chgData name="SEBASTIAN MONTOYA VILLADA" userId="S::sebastianmontoya8118@correo.itm.edu.co::dffcc6c4-4ec2-40a3-ba2d-1adaa01cc26d" providerId="AD" clId="Web-{0E7E6845-1414-57BF-4B89-6166058ECF3B}" dt="2025-02-12T15:13:33.994" v="57"/>
        <pc:sldMkLst>
          <pc:docMk/>
          <pc:sldMk cId="3952345243" sldId="406"/>
        </pc:sldMkLst>
      </pc:sldChg>
    </pc:docChg>
  </pc:docChgLst>
  <pc:docChgLst>
    <pc:chgData name="SEBASTIAN MONTOYA VILLADA" userId="S::sebastianmontoya8118@correo.itm.edu.co::dffcc6c4-4ec2-40a3-ba2d-1adaa01cc26d" providerId="AD" clId="Web-{A9085E3F-640F-8AC8-2CAF-A556D3A012AA}"/>
    <pc:docChg chg="addSld delSld modSld">
      <pc:chgData name="SEBASTIAN MONTOYA VILLADA" userId="S::sebastianmontoya8118@correo.itm.edu.co::dffcc6c4-4ec2-40a3-ba2d-1adaa01cc26d" providerId="AD" clId="Web-{A9085E3F-640F-8AC8-2CAF-A556D3A012AA}" dt="2025-08-12T20:32:49.389" v="84" actId="1076"/>
      <pc:docMkLst>
        <pc:docMk/>
      </pc:docMkLst>
      <pc:sldChg chg="modSp">
        <pc:chgData name="SEBASTIAN MONTOYA VILLADA" userId="S::sebastianmontoya8118@correo.itm.edu.co::dffcc6c4-4ec2-40a3-ba2d-1adaa01cc26d" providerId="AD" clId="Web-{A9085E3F-640F-8AC8-2CAF-A556D3A012AA}" dt="2025-08-12T19:15:50.527" v="6" actId="1076"/>
        <pc:sldMkLst>
          <pc:docMk/>
          <pc:sldMk cId="3065597046" sldId="405"/>
        </pc:sldMkLst>
        <pc:spChg chg="mod">
          <ac:chgData name="SEBASTIAN MONTOYA VILLADA" userId="S::sebastianmontoya8118@correo.itm.edu.co::dffcc6c4-4ec2-40a3-ba2d-1adaa01cc26d" providerId="AD" clId="Web-{A9085E3F-640F-8AC8-2CAF-A556D3A012AA}" dt="2025-08-12T19:15:14.573" v="4" actId="20577"/>
          <ac:spMkLst>
            <pc:docMk/>
            <pc:sldMk cId="3065597046" sldId="405"/>
            <ac:spMk id="15" creationId="{85FAB7AA-F6D0-DCD2-169A-663C9F578B7B}"/>
          </ac:spMkLst>
        </pc:spChg>
        <pc:picChg chg="mod">
          <ac:chgData name="SEBASTIAN MONTOYA VILLADA" userId="S::sebastianmontoya8118@correo.itm.edu.co::dffcc6c4-4ec2-40a3-ba2d-1adaa01cc26d" providerId="AD" clId="Web-{A9085E3F-640F-8AC8-2CAF-A556D3A012AA}" dt="2025-08-12T19:15:50.527" v="6" actId="1076"/>
          <ac:picMkLst>
            <pc:docMk/>
            <pc:sldMk cId="3065597046" sldId="405"/>
            <ac:picMk id="16" creationId="{B82471AD-453F-FE32-A520-39111B862C8C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29:12.618" v="26" actId="1076"/>
        <pc:sldMkLst>
          <pc:docMk/>
          <pc:sldMk cId="2099833142" sldId="409"/>
        </pc:sldMkLst>
        <pc:picChg chg="add mod modCrop">
          <ac:chgData name="SEBASTIAN MONTOYA VILLADA" userId="S::sebastianmontoya8118@correo.itm.edu.co::dffcc6c4-4ec2-40a3-ba2d-1adaa01cc26d" providerId="AD" clId="Web-{A9085E3F-640F-8AC8-2CAF-A556D3A012AA}" dt="2025-08-12T19:29:12.618" v="26" actId="1076"/>
          <ac:picMkLst>
            <pc:docMk/>
            <pc:sldMk cId="2099833142" sldId="409"/>
            <ac:picMk id="2" creationId="{E1E9E397-3AAE-3E2C-904F-97CAAC617C8A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31:05.981" v="32" actId="1076"/>
        <pc:sldMkLst>
          <pc:docMk/>
          <pc:sldMk cId="1253375017" sldId="411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31:05.981" v="32" actId="1076"/>
          <ac:picMkLst>
            <pc:docMk/>
            <pc:sldMk cId="1253375017" sldId="411"/>
            <ac:picMk id="2" creationId="{04956126-4BFB-27E9-D04E-1B80B4AA7AB2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34:01.251" v="38" actId="1076"/>
        <pc:sldMkLst>
          <pc:docMk/>
          <pc:sldMk cId="1563925881" sldId="413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34:01.251" v="38" actId="1076"/>
          <ac:picMkLst>
            <pc:docMk/>
            <pc:sldMk cId="1563925881" sldId="413"/>
            <ac:picMk id="2" creationId="{EB19C2A4-3385-F990-DD12-C1BE3613E0DD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36:58.461" v="44" actId="1076"/>
        <pc:sldMkLst>
          <pc:docMk/>
          <pc:sldMk cId="4289046495" sldId="415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36:58.461" v="44" actId="1076"/>
          <ac:picMkLst>
            <pc:docMk/>
            <pc:sldMk cId="4289046495" sldId="415"/>
            <ac:picMk id="2" creationId="{ECE24E22-13B2-AC5A-D5ED-D761F8A6DE8C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39:44.258" v="48" actId="1076"/>
        <pc:sldMkLst>
          <pc:docMk/>
          <pc:sldMk cId="3874360725" sldId="418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39:44.258" v="48" actId="1076"/>
          <ac:picMkLst>
            <pc:docMk/>
            <pc:sldMk cId="3874360725" sldId="418"/>
            <ac:picMk id="2" creationId="{F20355AC-76D8-DAD9-33C0-42A20F5BA8C4}"/>
          </ac:picMkLst>
        </pc:picChg>
      </pc:sldChg>
      <pc:sldChg chg="modSp">
        <pc:chgData name="SEBASTIAN MONTOYA VILLADA" userId="S::sebastianmontoya8118@correo.itm.edu.co::dffcc6c4-4ec2-40a3-ba2d-1adaa01cc26d" providerId="AD" clId="Web-{A9085E3F-640F-8AC8-2CAF-A556D3A012AA}" dt="2025-08-12T19:40:02.557" v="50"/>
        <pc:sldMkLst>
          <pc:docMk/>
          <pc:sldMk cId="2616112607" sldId="420"/>
        </pc:sldMkLst>
        <pc:spChg chg="mod">
          <ac:chgData name="SEBASTIAN MONTOYA VILLADA" userId="S::sebastianmontoya8118@correo.itm.edu.co::dffcc6c4-4ec2-40a3-ba2d-1adaa01cc26d" providerId="AD" clId="Web-{A9085E3F-640F-8AC8-2CAF-A556D3A012AA}" dt="2025-08-12T19:40:02.557" v="50"/>
          <ac:spMkLst>
            <pc:docMk/>
            <pc:sldMk cId="2616112607" sldId="420"/>
            <ac:spMk id="13" creationId="{FDA4B643-DEB4-C77F-0211-C4BA4EE48C1A}"/>
          </ac:spMkLst>
        </pc:spChg>
      </pc:sldChg>
      <pc:sldChg chg="del">
        <pc:chgData name="SEBASTIAN MONTOYA VILLADA" userId="S::sebastianmontoya8118@correo.itm.edu.co::dffcc6c4-4ec2-40a3-ba2d-1adaa01cc26d" providerId="AD" clId="Web-{A9085E3F-640F-8AC8-2CAF-A556D3A012AA}" dt="2025-08-12T20:17:34.972" v="59"/>
        <pc:sldMkLst>
          <pc:docMk/>
          <pc:sldMk cId="1817142743" sldId="421"/>
        </pc:sldMkLst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20:32:49.389" v="84" actId="1076"/>
        <pc:sldMkLst>
          <pc:docMk/>
          <pc:sldMk cId="4243160153" sldId="424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32:14.919" v="76" actId="1076"/>
          <ac:picMkLst>
            <pc:docMk/>
            <pc:sldMk cId="4243160153" sldId="424"/>
            <ac:picMk id="2" creationId="{3FAE8893-D5D5-DB51-07AF-32142177194D}"/>
          </ac:picMkLst>
        </pc:picChg>
        <pc:picChg chg="add mod">
          <ac:chgData name="SEBASTIAN MONTOYA VILLADA" userId="S::sebastianmontoya8118@correo.itm.edu.co::dffcc6c4-4ec2-40a3-ba2d-1adaa01cc26d" providerId="AD" clId="Web-{A9085E3F-640F-8AC8-2CAF-A556D3A012AA}" dt="2025-08-12T20:32:48.186" v="83" actId="1076"/>
          <ac:picMkLst>
            <pc:docMk/>
            <pc:sldMk cId="4243160153" sldId="424"/>
            <ac:picMk id="14" creationId="{CA992F2E-C4EB-3035-3338-919DEF831901}"/>
          </ac:picMkLst>
        </pc:picChg>
        <pc:picChg chg="add mod">
          <ac:chgData name="SEBASTIAN MONTOYA VILLADA" userId="S::sebastianmontoya8118@correo.itm.edu.co::dffcc6c4-4ec2-40a3-ba2d-1adaa01cc26d" providerId="AD" clId="Web-{A9085E3F-640F-8AC8-2CAF-A556D3A012AA}" dt="2025-08-12T20:32:49.389" v="84" actId="1076"/>
          <ac:picMkLst>
            <pc:docMk/>
            <pc:sldMk cId="4243160153" sldId="424"/>
            <ac:picMk id="15" creationId="{DB23A67A-24EB-F427-E73A-4F0873FE2805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20:26:33.713" v="64" actId="1076"/>
        <pc:sldMkLst>
          <pc:docMk/>
          <pc:sldMk cId="3747983956" sldId="427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26:33.713" v="64" actId="1076"/>
          <ac:picMkLst>
            <pc:docMk/>
            <pc:sldMk cId="3747983956" sldId="427"/>
            <ac:picMk id="2" creationId="{1C04A617-E0EB-E6A2-0B6C-86EEC4B49615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24:37.106" v="10" actId="1076"/>
        <pc:sldMkLst>
          <pc:docMk/>
          <pc:sldMk cId="1762785225" sldId="428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24:37.106" v="10" actId="1076"/>
          <ac:picMkLst>
            <pc:docMk/>
            <pc:sldMk cId="1762785225" sldId="428"/>
            <ac:picMk id="2" creationId="{94A0DFDB-099D-9A6F-7895-A62CF3474301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20:02:45.449" v="52"/>
        <pc:sldMkLst>
          <pc:docMk/>
          <pc:sldMk cId="1231723398" sldId="429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02:45.449" v="52"/>
          <ac:picMkLst>
            <pc:docMk/>
            <pc:sldMk cId="1231723398" sldId="429"/>
            <ac:picMk id="2" creationId="{64220BF8-05D9-3314-CB6C-528B5F0215CB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20:15:55.218" v="58"/>
        <pc:sldMkLst>
          <pc:docMk/>
          <pc:sldMk cId="2353607267" sldId="430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15:55.218" v="58"/>
          <ac:picMkLst>
            <pc:docMk/>
            <pc:sldMk cId="2353607267" sldId="430"/>
            <ac:picMk id="2" creationId="{BDAAC5A4-B5B2-604D-D366-6490445BC431}"/>
          </ac:picMkLst>
        </pc:picChg>
      </pc:sldChg>
      <pc:sldChg chg="addSp delSp modSp add replId">
        <pc:chgData name="SEBASTIAN MONTOYA VILLADA" userId="S::sebastianmontoya8118@correo.itm.edu.co::dffcc6c4-4ec2-40a3-ba2d-1adaa01cc26d" providerId="AD" clId="Web-{A9085E3F-640F-8AC8-2CAF-A556D3A012AA}" dt="2025-08-12T20:04:38.999" v="56" actId="1076"/>
        <pc:sldMkLst>
          <pc:docMk/>
          <pc:sldMk cId="3717440452" sldId="434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04:38.999" v="56" actId="1076"/>
          <ac:picMkLst>
            <pc:docMk/>
            <pc:sldMk cId="3717440452" sldId="434"/>
            <ac:picMk id="13" creationId="{EAA64571-95EA-047D-61FC-F0DB3889129C}"/>
          </ac:picMkLst>
        </pc:picChg>
      </pc:sldChg>
    </pc:docChg>
  </pc:docChgLst>
  <pc:docChgLst>
    <pc:chgData name="SEBASTIAN MONTOYA VILLADA" userId="dffcc6c4-4ec2-40a3-ba2d-1adaa01cc26d" providerId="ADAL" clId="{3631816F-C42D-43AB-8BE5-E4DD25D23C65}"/>
    <pc:docChg chg="undo redo custSel addSld delSld modSld sldOrd">
      <pc:chgData name="SEBASTIAN MONTOYA VILLADA" userId="dffcc6c4-4ec2-40a3-ba2d-1adaa01cc26d" providerId="ADAL" clId="{3631816F-C42D-43AB-8BE5-E4DD25D23C65}" dt="2025-02-02T18:01:00.312" v="779" actId="20577"/>
      <pc:docMkLst>
        <pc:docMk/>
      </pc:docMkLst>
      <pc:sldChg chg="modSp mod">
        <pc:chgData name="SEBASTIAN MONTOYA VILLADA" userId="dffcc6c4-4ec2-40a3-ba2d-1adaa01cc26d" providerId="ADAL" clId="{3631816F-C42D-43AB-8BE5-E4DD25D23C65}" dt="2025-02-02T17:03:05.300" v="14" actId="113"/>
        <pc:sldMkLst>
          <pc:docMk/>
          <pc:sldMk cId="488379912" sldId="393"/>
        </pc:sldMkLst>
      </pc:sldChg>
      <pc:sldChg chg="del">
        <pc:chgData name="SEBASTIAN MONTOYA VILLADA" userId="dffcc6c4-4ec2-40a3-ba2d-1adaa01cc26d" providerId="ADAL" clId="{3631816F-C42D-43AB-8BE5-E4DD25D23C65}" dt="2025-02-02T17:02:00.742" v="0" actId="47"/>
        <pc:sldMkLst>
          <pc:docMk/>
          <pc:sldMk cId="2101273427" sldId="394"/>
        </pc:sldMkLst>
      </pc:sldChg>
      <pc:sldChg chg="del">
        <pc:chgData name="SEBASTIAN MONTOYA VILLADA" userId="dffcc6c4-4ec2-40a3-ba2d-1adaa01cc26d" providerId="ADAL" clId="{3631816F-C42D-43AB-8BE5-E4DD25D23C65}" dt="2025-02-02T17:02:01.416" v="1" actId="47"/>
        <pc:sldMkLst>
          <pc:docMk/>
          <pc:sldMk cId="2390427211" sldId="397"/>
        </pc:sldMkLst>
      </pc:sldChg>
      <pc:sldChg chg="addSp modSp mod ord">
        <pc:chgData name="SEBASTIAN MONTOYA VILLADA" userId="dffcc6c4-4ec2-40a3-ba2d-1adaa01cc26d" providerId="ADAL" clId="{3631816F-C42D-43AB-8BE5-E4DD25D23C65}" dt="2025-02-02T17:39:22.546" v="457" actId="20577"/>
        <pc:sldMkLst>
          <pc:docMk/>
          <pc:sldMk cId="656435192" sldId="398"/>
        </pc:sldMkLst>
      </pc:sldChg>
      <pc:sldChg chg="del">
        <pc:chgData name="SEBASTIAN MONTOYA VILLADA" userId="dffcc6c4-4ec2-40a3-ba2d-1adaa01cc26d" providerId="ADAL" clId="{3631816F-C42D-43AB-8BE5-E4DD25D23C65}" dt="2025-02-02T17:02:07.342" v="2" actId="47"/>
        <pc:sldMkLst>
          <pc:docMk/>
          <pc:sldMk cId="3304403443" sldId="399"/>
        </pc:sldMkLst>
      </pc:sldChg>
      <pc:sldChg chg="del">
        <pc:chgData name="SEBASTIAN MONTOYA VILLADA" userId="dffcc6c4-4ec2-40a3-ba2d-1adaa01cc26d" providerId="ADAL" clId="{3631816F-C42D-43AB-8BE5-E4DD25D23C65}" dt="2025-02-02T17:02:12.379" v="3" actId="47"/>
        <pc:sldMkLst>
          <pc:docMk/>
          <pc:sldMk cId="2787044806" sldId="400"/>
        </pc:sldMkLst>
      </pc:sldChg>
      <pc:sldChg chg="del">
        <pc:chgData name="SEBASTIAN MONTOYA VILLADA" userId="dffcc6c4-4ec2-40a3-ba2d-1adaa01cc26d" providerId="ADAL" clId="{3631816F-C42D-43AB-8BE5-E4DD25D23C65}" dt="2025-02-02T17:37:33.435" v="297" actId="47"/>
        <pc:sldMkLst>
          <pc:docMk/>
          <pc:sldMk cId="47168701" sldId="401"/>
        </pc:sldMkLst>
      </pc:sldChg>
      <pc:sldChg chg="modSp">
        <pc:chgData name="SEBASTIAN MONTOYA VILLADA" userId="dffcc6c4-4ec2-40a3-ba2d-1adaa01cc26d" providerId="ADAL" clId="{3631816F-C42D-43AB-8BE5-E4DD25D23C65}" dt="2025-02-02T17:02:58.756" v="13" actId="20577"/>
        <pc:sldMkLst>
          <pc:docMk/>
          <pc:sldMk cId="2608532953" sldId="403"/>
        </pc:sldMkLst>
      </pc:sldChg>
      <pc:sldChg chg="modSp mod">
        <pc:chgData name="SEBASTIAN MONTOYA VILLADA" userId="dffcc6c4-4ec2-40a3-ba2d-1adaa01cc26d" providerId="ADAL" clId="{3631816F-C42D-43AB-8BE5-E4DD25D23C65}" dt="2025-02-02T17:04:29.073" v="32" actId="1076"/>
        <pc:sldMkLst>
          <pc:docMk/>
          <pc:sldMk cId="1301947520" sldId="405"/>
        </pc:sldMkLst>
      </pc:sldChg>
      <pc:sldChg chg="addSp delSp modSp add mod">
        <pc:chgData name="SEBASTIAN MONTOYA VILLADA" userId="dffcc6c4-4ec2-40a3-ba2d-1adaa01cc26d" providerId="ADAL" clId="{3631816F-C42D-43AB-8BE5-E4DD25D23C65}" dt="2025-02-02T17:52:49.619" v="671" actId="20577"/>
        <pc:sldMkLst>
          <pc:docMk/>
          <pc:sldMk cId="4072667157" sldId="406"/>
        </pc:sldMkLst>
      </pc:sldChg>
      <pc:sldChg chg="delSp modSp add mod">
        <pc:chgData name="SEBASTIAN MONTOYA VILLADA" userId="dffcc6c4-4ec2-40a3-ba2d-1adaa01cc26d" providerId="ADAL" clId="{3631816F-C42D-43AB-8BE5-E4DD25D23C65}" dt="2025-02-02T17:12:34.296" v="131" actId="1076"/>
        <pc:sldMkLst>
          <pc:docMk/>
          <pc:sldMk cId="2106485477" sldId="407"/>
        </pc:sldMkLst>
      </pc:sldChg>
      <pc:sldChg chg="modSp add del mod">
        <pc:chgData name="SEBASTIAN MONTOYA VILLADA" userId="dffcc6c4-4ec2-40a3-ba2d-1adaa01cc26d" providerId="ADAL" clId="{3631816F-C42D-43AB-8BE5-E4DD25D23C65}" dt="2025-02-02T17:55:10.721" v="672" actId="47"/>
        <pc:sldMkLst>
          <pc:docMk/>
          <pc:sldMk cId="2579195081" sldId="408"/>
        </pc:sldMkLst>
      </pc:sldChg>
      <pc:sldChg chg="modSp add">
        <pc:chgData name="SEBASTIAN MONTOYA VILLADA" userId="dffcc6c4-4ec2-40a3-ba2d-1adaa01cc26d" providerId="ADAL" clId="{3631816F-C42D-43AB-8BE5-E4DD25D23C65}" dt="2025-02-02T17:24:32.680" v="148" actId="1076"/>
        <pc:sldMkLst>
          <pc:docMk/>
          <pc:sldMk cId="8677875" sldId="409"/>
        </pc:sldMkLst>
      </pc:sldChg>
      <pc:sldChg chg="addSp delSp modSp add mod">
        <pc:chgData name="SEBASTIAN MONTOYA VILLADA" userId="dffcc6c4-4ec2-40a3-ba2d-1adaa01cc26d" providerId="ADAL" clId="{3631816F-C42D-43AB-8BE5-E4DD25D23C65}" dt="2025-02-02T17:18:38.162" v="147" actId="1076"/>
        <pc:sldMkLst>
          <pc:docMk/>
          <pc:sldMk cId="4186104522" sldId="410"/>
        </pc:sldMkLst>
      </pc:sldChg>
      <pc:sldChg chg="add del ord">
        <pc:chgData name="SEBASTIAN MONTOYA VILLADA" userId="dffcc6c4-4ec2-40a3-ba2d-1adaa01cc26d" providerId="ADAL" clId="{3631816F-C42D-43AB-8BE5-E4DD25D23C65}" dt="2025-02-02T17:52:43.562" v="670" actId="47"/>
        <pc:sldMkLst>
          <pc:docMk/>
          <pc:sldMk cId="826557915" sldId="411"/>
        </pc:sldMkLst>
      </pc:sldChg>
      <pc:sldChg chg="addSp modSp add mod">
        <pc:chgData name="SEBASTIAN MONTOYA VILLADA" userId="dffcc6c4-4ec2-40a3-ba2d-1adaa01cc26d" providerId="ADAL" clId="{3631816F-C42D-43AB-8BE5-E4DD25D23C65}" dt="2025-02-02T17:31:21.563" v="201" actId="20577"/>
        <pc:sldMkLst>
          <pc:docMk/>
          <pc:sldMk cId="1378449796" sldId="412"/>
        </pc:sldMkLst>
      </pc:sldChg>
      <pc:sldChg chg="addSp delSp modSp add mod">
        <pc:chgData name="SEBASTIAN MONTOYA VILLADA" userId="dffcc6c4-4ec2-40a3-ba2d-1adaa01cc26d" providerId="ADAL" clId="{3631816F-C42D-43AB-8BE5-E4DD25D23C65}" dt="2025-02-02T17:36:13.703" v="294" actId="20577"/>
        <pc:sldMkLst>
          <pc:docMk/>
          <pc:sldMk cId="1222767551" sldId="413"/>
        </pc:sldMkLst>
      </pc:sldChg>
      <pc:sldChg chg="modSp add mod">
        <pc:chgData name="SEBASTIAN MONTOYA VILLADA" userId="dffcc6c4-4ec2-40a3-ba2d-1adaa01cc26d" providerId="ADAL" clId="{3631816F-C42D-43AB-8BE5-E4DD25D23C65}" dt="2025-02-02T17:44:28.316" v="637" actId="20577"/>
        <pc:sldMkLst>
          <pc:docMk/>
          <pc:sldMk cId="2733277947" sldId="414"/>
        </pc:sldMkLst>
      </pc:sldChg>
      <pc:sldChg chg="modSp add mod">
        <pc:chgData name="SEBASTIAN MONTOYA VILLADA" userId="dffcc6c4-4ec2-40a3-ba2d-1adaa01cc26d" providerId="ADAL" clId="{3631816F-C42D-43AB-8BE5-E4DD25D23C65}" dt="2025-02-02T17:51:15.065" v="669" actId="1076"/>
        <pc:sldMkLst>
          <pc:docMk/>
          <pc:sldMk cId="3342312546" sldId="415"/>
        </pc:sldMkLst>
      </pc:sldChg>
      <pc:sldChg chg="delSp modSp add mod">
        <pc:chgData name="SEBASTIAN MONTOYA VILLADA" userId="dffcc6c4-4ec2-40a3-ba2d-1adaa01cc26d" providerId="ADAL" clId="{3631816F-C42D-43AB-8BE5-E4DD25D23C65}" dt="2025-02-02T17:59:56.766" v="724" actId="20577"/>
        <pc:sldMkLst>
          <pc:docMk/>
          <pc:sldMk cId="3813547514" sldId="416"/>
        </pc:sldMkLst>
      </pc:sldChg>
      <pc:sldChg chg="modSp add mod">
        <pc:chgData name="SEBASTIAN MONTOYA VILLADA" userId="dffcc6c4-4ec2-40a3-ba2d-1adaa01cc26d" providerId="ADAL" clId="{3631816F-C42D-43AB-8BE5-E4DD25D23C65}" dt="2025-02-02T18:01:00.312" v="779" actId="20577"/>
        <pc:sldMkLst>
          <pc:docMk/>
          <pc:sldMk cId="2942061237" sldId="417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9A39C6-7AC7-DE48-A7E7-5D665BC0120C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6A6DC4-62F6-D744-9B5A-2471E53D22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473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Título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2758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7814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8282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8770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04903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0072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7911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0769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6961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8025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5242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3167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Título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1439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9527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93016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62647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42893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4550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783100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33632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53981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83209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64553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17747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eg"/><Relationship Id="rId15" Type="http://schemas.openxmlformats.org/officeDocument/2006/relationships/image" Target="../media/image2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14" Type="http://schemas.openxmlformats.org/officeDocument/2006/relationships/image" Target="../media/image1.jpeg"/><Relationship Id="rId15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EBCE69C-0E9C-5945-8C5B-51CD63616BCB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315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3619E48-770E-3797-B2B5-4B5A3A2FE52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474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eg"/><Relationship Id="rId3" Type="http://schemas.openxmlformats.org/officeDocument/2006/relationships/image" Target="../media/image9.jpe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7" name="Google Shape;42;p1">
            <a:extLst>
              <a:ext uri="{FF2B5EF4-FFF2-40B4-BE49-F238E27FC236}">
                <a16:creationId xmlns:a16="http://schemas.microsoft.com/office/drawing/2014/main" id="{2B45B46A-91AE-80AB-4C52-6F9A4C7FEC60}"/>
              </a:ext>
            </a:extLst>
          </p:cNvPr>
          <p:cNvSpPr txBox="1">
            <a:spLocks noGrp="1"/>
          </p:cNvSpPr>
          <p:nvPr/>
        </p:nvSpPr>
        <p:spPr>
          <a:xfrm>
            <a:off x="1210255" y="2398152"/>
            <a:ext cx="9373925" cy="2962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defRPr sz="3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5400" dirty="0">
                <a:solidFill>
                  <a:schemeClr val="lt1"/>
                </a:solidFill>
              </a:rPr>
              <a:t>Matemáticas para la informática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endParaRPr lang="es-CO" sz="5400" dirty="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5400" dirty="0">
                <a:solidFill>
                  <a:schemeClr val="lt1"/>
                </a:solidFill>
              </a:rPr>
              <a:t>Sesión 7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endParaRPr lang="es-CO" sz="5400" dirty="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2000" dirty="0">
                <a:solidFill>
                  <a:schemeClr val="lt1"/>
                </a:solidFill>
              </a:rPr>
              <a:t>Sebastian Montoya Villada</a:t>
            </a:r>
          </a:p>
        </p:txBody>
      </p:sp>
    </p:spTree>
    <p:extLst>
      <p:ext uri="{BB962C8B-B14F-4D97-AF65-F5344CB8AC3E}">
        <p14:creationId xmlns:p14="http://schemas.microsoft.com/office/powerpoint/2010/main" val="1972982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6105525"/>
            <a:ext cx="10648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771524" y="1870256"/>
            <a:ext cx="11181397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Contenido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771525" y="6305550"/>
            <a:ext cx="6000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AGENDA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1229975" y="6305550"/>
            <a:ext cx="190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07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71562" y="2831455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Qué es demostrar un teorema</a:t>
            </a:r>
            <a:endParaRPr sz="2400" dirty="0"/>
          </a:p>
        </p:txBody>
      </p:sp>
      <p:sp>
        <p:nvSpPr>
          <p:cNvPr id="103" name="Google Shape;103;p14"/>
          <p:cNvSpPr/>
          <p:nvPr/>
        </p:nvSpPr>
        <p:spPr>
          <a:xfrm>
            <a:off x="771524" y="2937057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071562" y="3583930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Definiciones con las que vamos a trabajar</a:t>
            </a:r>
            <a:endParaRPr sz="2400" dirty="0"/>
          </a:p>
        </p:txBody>
      </p:sp>
      <p:sp>
        <p:nvSpPr>
          <p:cNvPr id="105" name="Google Shape;105;p14"/>
          <p:cNvSpPr/>
          <p:nvPr/>
        </p:nvSpPr>
        <p:spPr>
          <a:xfrm>
            <a:off x="771524" y="368953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1071562" y="4331643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Demostración directa</a:t>
            </a:r>
            <a:endParaRPr sz="2400"/>
          </a:p>
        </p:txBody>
      </p:sp>
      <p:sp>
        <p:nvSpPr>
          <p:cNvPr id="107" name="Google Shape;107;p14"/>
          <p:cNvSpPr txBox="1"/>
          <p:nvPr/>
        </p:nvSpPr>
        <p:spPr>
          <a:xfrm>
            <a:off x="6634163" y="2831455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Demostración por contraposición</a:t>
            </a:r>
            <a:endParaRPr sz="2400"/>
          </a:p>
        </p:txBody>
      </p:sp>
      <p:sp>
        <p:nvSpPr>
          <p:cNvPr id="108" name="Google Shape;108;p14"/>
          <p:cNvSpPr/>
          <p:nvPr/>
        </p:nvSpPr>
        <p:spPr>
          <a:xfrm>
            <a:off x="6367463" y="335756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6634163" y="3505498"/>
            <a:ext cx="477202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Cómo elegir el método y cómo escribir la demostración</a:t>
            </a:r>
            <a:endParaRPr sz="2400"/>
          </a:p>
        </p:txBody>
      </p:sp>
      <p:sp>
        <p:nvSpPr>
          <p:cNvPr id="110" name="Google Shape;110;p14"/>
          <p:cNvSpPr txBox="1"/>
          <p:nvPr/>
        </p:nvSpPr>
        <p:spPr>
          <a:xfrm>
            <a:off x="6362222" y="5133202"/>
            <a:ext cx="44291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Objetivo: construir demostraciones directas y por contraposición, y justificar cada paso.</a:t>
            </a:r>
            <a:endParaRPr sz="2400" dirty="0"/>
          </a:p>
        </p:txBody>
      </p:sp>
      <p:sp>
        <p:nvSpPr>
          <p:cNvPr id="111" name="Google Shape;111;p14"/>
          <p:cNvSpPr/>
          <p:nvPr/>
        </p:nvSpPr>
        <p:spPr>
          <a:xfrm>
            <a:off x="771524" y="2937057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771524" y="368953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6367463" y="335756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862" y="29575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4" y="372091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862" y="446246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67463" y="29575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67463" y="3867149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De verificar a demostrar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salto que damos hoy.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77440"/>
            <a:ext cx="5212080" cy="19202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99669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Hasta ahora: verificar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96696" y="2944368"/>
            <a:ext cx="47548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Con una tabla de verdad revisábamos todos los casos posibles.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Funciona porque los casos son finitos: 4, 8, 16 filas.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208776" y="2377440"/>
            <a:ext cx="5212080" cy="19202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643737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Desde hoy: demostrar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437376" y="2944368"/>
            <a:ext cx="47548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«Para todo entero n…» tiene infinitos casos: la tabla ya no sirve.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Hay que dar un argumento que cubra todos a la vez.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68096" y="4480560"/>
            <a:ext cx="10652760" cy="164592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1051560" y="46177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La conexión con la sesión 5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51560" y="5029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Ya vimos que para demostrar un ∀ hay que argumentar sobre una x arbitraria del dominio, y que verificar algunos casos no es demostración. Hoy aprendemos cómo se construye ese argumento en la práctica.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Teorema y demostración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 estructura que tienen casi todos los enunciados que vamos a probar.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31720"/>
            <a:ext cx="10652760" cy="96012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1097280" y="2560320"/>
            <a:ext cx="9966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Casi todo teorema tiene la forma:   ∀x ∈ D  (P(x) → Q(x))</a:t>
            </a:r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768096" y="3474720"/>
            <a:ext cx="3337560" cy="173736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996696" y="3621024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Hipótesis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96696" y="4041648"/>
            <a:ext cx="28803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P(x): lo que se supone dado.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«Si n es par…»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425696" y="3474720"/>
            <a:ext cx="3337560" cy="173736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4654296" y="3621024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Conclusión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4654296" y="4041648"/>
            <a:ext cx="28803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Q(x): lo que hay que llegar a probar.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«… entonces n² es par.»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8083296" y="3474720"/>
            <a:ext cx="3337560" cy="173736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8311896" y="3621024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Demostración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311896" y="4041648"/>
            <a:ext cx="28803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 cadena de pasos justificados que va de la hipótesis a la conclusión.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768096" y="5394960"/>
            <a:ext cx="10652760" cy="77724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1051560" y="555040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Recuerde de la sesión 4: con antecedente falso el condicional es verdadero. Por eso la demostración solo tiene que ocuparse de los casos en que la hipótesis se cumple.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El vocabulario de las demostraciones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Cómo se llama cada pieza.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468880"/>
          <a:ext cx="10652759" cy="3017520"/>
        </p:xfrm>
        <a:graphic>
          <a:graphicData uri="http://schemas.openxmlformats.org/drawingml/2006/table">
            <a:tbl>
              <a:tblPr firstRow="0" bandRow="0">
                <a:noFill/>
              </a:tblPr>
              <a:tblGrid>
                <a:gridCol w="1704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7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1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Término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Qué es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Ejemplo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Definición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Fija el significado exacto de un concepto. No se demuestra.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«n es par si n = 2k para algún entero k.»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Axioma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Se acepta sin demostración; es el punto de partida.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La suma de dos enteros es un entero.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Teorema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Afirmación que se demuestra a partir de definiciones y axiomas.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La suma de dos impares es par.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Lema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Resultado auxiliar que se prueba para usarlo en otro teorema.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—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Corolario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Consecuencia inmediata de un teorema ya probado.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—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623560"/>
            <a:ext cx="10652760" cy="64008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1051560" y="57607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 distinción que más importa hoy: una definición no se demuestra, se usa. Toda demostración empieza reemplazando las palabras por sus definiciones.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Las definiciones que vamos a usar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Sin ellas no se puede demostrar nada. Apréndalas de memoria.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468880"/>
          <a:ext cx="8229600" cy="2651760"/>
        </p:xfrm>
        <a:graphic>
          <a:graphicData uri="http://schemas.openxmlformats.org/drawingml/2006/table">
            <a:tbl>
              <a:tblPr firstRow="0" bandRow="0">
                <a:noFill/>
              </a:tblPr>
              <a:tblGrid>
                <a:gridCol w="2798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1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Concepto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Definición formal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n es par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Existe un entero k tal que  n = 2k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n es impar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Existe un entero k tal que  n = 2k + 1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a divide a b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Existe un entero k tal que  b = a · k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x es racional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Existen enteros p y q, con q ≠ 0, tales que  x = p / q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9326880" y="2514600"/>
            <a:ext cx="2103120" cy="256032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9555480" y="2660904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La clave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555480" y="3081528"/>
            <a:ext cx="164592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Cada definición convierte una palabra en una ecuación con la que sí se puede operar.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68096" y="5349240"/>
            <a:ext cx="10652760" cy="82296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1051560" y="55321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Primer paso de casi toda demostración: escribir la hipótesis en su forma con k. Si la hipótesis dice «n es par», usted escribe n = 2k y a partir de ahí trabaja con álgebra.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Demostración directa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método por defecto: se parte de la hipótesis y se avanza hasta la conclusión.</a:t>
            </a:r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768096" y="2468880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7" name="Google Shape;107;p14"/>
          <p:cNvSpPr txBox="1"/>
          <p:nvPr/>
        </p:nvSpPr>
        <p:spPr>
          <a:xfrm>
            <a:off x="1280160" y="2487168"/>
            <a:ext cx="616305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Suponga que la hipótesis P(x) es verdadera para una x arbitraria.</a:t>
            </a:r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768096" y="3090672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07" name="Google Shape;107;p14"/>
          <p:cNvSpPr txBox="1"/>
          <p:nvPr/>
        </p:nvSpPr>
        <p:spPr>
          <a:xfrm>
            <a:off x="1280160" y="3108960"/>
            <a:ext cx="616305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Reemplace las palabras por sus definiciones (par → n = 2k, etc.).</a:t>
            </a:r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768096" y="3712464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07" name="Google Shape;107;p14"/>
          <p:cNvSpPr txBox="1"/>
          <p:nvPr/>
        </p:nvSpPr>
        <p:spPr>
          <a:xfrm>
            <a:off x="1280160" y="3730752"/>
            <a:ext cx="616305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Opere algebraicamente, justificando cada paso.</a:t>
            </a:r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768096" y="4334256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07" name="Google Shape;107;p14"/>
          <p:cNvSpPr txBox="1"/>
          <p:nvPr/>
        </p:nvSpPr>
        <p:spPr>
          <a:xfrm>
            <a:off x="1280160" y="4352544"/>
            <a:ext cx="616305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Llegue a una expresión que sea exactamente la definición de Q(x).</a:t>
            </a:r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768096" y="4956048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107" name="Google Shape;107;p14"/>
          <p:cNvSpPr txBox="1"/>
          <p:nvPr/>
        </p:nvSpPr>
        <p:spPr>
          <a:xfrm>
            <a:off x="1280160" y="4974336"/>
            <a:ext cx="616305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Concluya que P(x) → Q(x) para toda x del dominio.</a:t>
            </a:r>
            <a:endParaRPr/>
          </a:p>
        </p:txBody>
      </p:sp>
      <p:sp>
        <p:nvSpPr>
          <p:cNvPr id="113" name="Rounded Rectangle 112"/>
          <p:cNvSpPr/>
          <p:nvPr/>
        </p:nvSpPr>
        <p:spPr>
          <a:xfrm>
            <a:off x="7772400" y="2514600"/>
            <a:ext cx="3657600" cy="283464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8001000" y="2660904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La palabra clave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001000" y="3081528"/>
            <a:ext cx="320040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«Arbitraria» significa que no se supone nada especial sobre x.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Si el argumento solo funciona para n = 4, no es una demostración.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768096" y="5577840"/>
            <a:ext cx="10652760" cy="64008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1051560" y="57150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 la estructura de las derivaciones de la sesión 4, pero con álgebra en lugar de reglas de inferencia.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Ejemplo resuelto 1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Teorema: si n es un entero par, entonces n² es par.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468880"/>
          <a:ext cx="8412479" cy="3108959"/>
        </p:xfrm>
        <a:graphic>
          <a:graphicData uri="http://schemas.openxmlformats.org/drawingml/2006/table">
            <a:tbl>
              <a:tblPr firstRow="0" bandRow="0">
                <a:noFill/>
              </a:tblPr>
              <a:tblGrid>
                <a:gridCol w="841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67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1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Paso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Desarrollo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Justificación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1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Sea n un entero par arbitrario.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Se supone la hipótesis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2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n = 2k  para algún entero k.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Definición de par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3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n² = (2k)² = 4k²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Se eleva al cuadrado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4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n² = 2(2k²)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Se factoriza el 2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5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2k² es entero, luego n² = 2m con m entero.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Cierre de los enteros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6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Por lo tanto n² es par.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Definición de par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9509760" y="2651760"/>
            <a:ext cx="1920240" cy="219456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9738360" y="2798064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Observe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738360" y="3218688"/>
            <a:ext cx="146304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paso 4 es el que importa: deja n² en la forma exacta de la definición.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Ejemplo resuelto 2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Teorema: la suma de dos enteros impares es par.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468880"/>
          <a:ext cx="8412479" cy="2743200"/>
        </p:xfrm>
        <a:graphic>
          <a:graphicData uri="http://schemas.openxmlformats.org/drawingml/2006/table">
            <a:tbl>
              <a:tblPr firstRow="0" bandRow="0">
                <a:noFill/>
              </a:tblPr>
              <a:tblGrid>
                <a:gridCol w="841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67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Paso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Desarrollo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Justificación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1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Sean a y b enteros impares arbitrarios.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Se supone la hipótesis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2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a = 2k + 1  y  b = 2j + 1,  con k, j enteros.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Definición de impar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3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a + b = (2k + 1) + (2j + 1) = 2k + 2j + 2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Se suman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4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a + b = 2(k + j + 1)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Se factoriza el 2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5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Por lo tanto a + b es par.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Definición de par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9509760" y="2651760"/>
            <a:ext cx="1920240" cy="201168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9738360" y="2798064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Cuidado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738360" y="3218688"/>
            <a:ext cx="146304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Se usan dos letras distintas, k y j: a y b no tienen por qué ser el mismo impar.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68096" y="5394960"/>
            <a:ext cx="10652760" cy="77724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1051560" y="555040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Error frecuente: escribir a = 2k + 1 y b = 2k + 1. Eso demuestra el caso en que a y b son iguales, no el caso general.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1: demostración directa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Demuestre cada afirmación. Escriba la justificación de cada paso.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68096" y="2697480"/>
            <a:ext cx="1065276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2400"/>
              </a:spcAft>
            </a:pPr>
            <a:r>
              <a:rPr lang="en-US" sz="17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1)   Si n es un entero impar, entonces n² es impar.</a:t>
            </a:r>
          </a:p>
          <a:p>
            <a:pPr>
              <a:spcAft>
                <a:spcPts val="2400"/>
              </a:spcAft>
            </a:pPr>
            <a:r>
              <a:rPr lang="en-US" sz="17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2)   La suma de un entero par y un entero impar es impar.</a:t>
            </a:r>
          </a:p>
          <a:p>
            <a:pPr>
              <a:spcAft>
                <a:spcPts val="2400"/>
              </a:spcAft>
            </a:pPr>
            <a:r>
              <a:rPr lang="en-US" sz="17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3)   Si a divide a b y b divide a c, entonces a divide a c.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68096" y="5120640"/>
            <a:ext cx="10652760" cy="10515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1051560" y="52578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Sugerencia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51560" y="559612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Empiece siempre igual: «Sea… arbitrario» y enseguida escriba la hipótesis con su definición. En el punto 3 tendrá que usar dos letras distintas y sustituir una expresión dentro de la otra.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1 — Solución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Esquema de cada demostración.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468880"/>
          <a:ext cx="10652759" cy="2651760"/>
        </p:xfrm>
        <a:graphic>
          <a:graphicData uri="http://schemas.openxmlformats.org/drawingml/2006/table">
            <a:tbl>
              <a:tblPr firstRow="0" bandRow="0">
                <a:noFill/>
              </a:tblPr>
              <a:tblGrid>
                <a:gridCol w="639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1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1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#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Desarrollo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Cierre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1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n = 2k + 1  ⟹  n² = 4k² + 4k + 1 = 2(2k² + 2k) + 1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Es de la forma 2m + 1: impar.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2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a = 2k,  b = 2j + 1  ⟹  a + b = 2k + 2j + 1 = 2(k + j) + 1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Es de la forma 2m + 1: impar.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3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b = a·k  y  c = b·j  ⟹  c = (a·k)·j = a·(k·j)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Es de la forma a·m: a divide a c.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257800"/>
            <a:ext cx="10652760" cy="9144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1051560" y="54406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En los tres casos el paso decisivo es el mismo: dejar el resultado en la forma exacta que pide la definición de la conclusión. Ese es el momento en que la demostración termina.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Cuando la demostración directa se atasca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Un caso donde el método anterior no avanza.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31720"/>
            <a:ext cx="10652760" cy="8229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1097280" y="2514600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Teorema:  si n² es par, entonces n es par.</a:t>
            </a:r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768096" y="3337560"/>
            <a:ext cx="5212080" cy="19202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996696" y="348386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Intento directo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96696" y="3904488"/>
            <a:ext cx="47548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n² es par, luego n² = 2k.</a:t>
            </a:r>
          </a:p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De ahí n = √(2k), y no se puede seguir: la raíz no da un entero de forma evidente.</a:t>
            </a:r>
          </a:p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método se detiene.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08776" y="3337560"/>
            <a:ext cx="5212080" cy="19202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6437376" y="348386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La salida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437376" y="3904488"/>
            <a:ext cx="47548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 contrapositiva de p → q es ¬q → ¬p, y son equivalentes (sesión 3).</a:t>
            </a:r>
          </a:p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Probar «si n es impar, entonces n² es impar» es exactamente lo mismo, y eso ya lo hicimos.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68096" y="5394960"/>
            <a:ext cx="10652760" cy="77724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1051560" y="555040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Cuando la hipótesis es difícil de manipular pero su negación es fácil, conviene dar la vuelta.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Demostración por contraposición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Se demuestra ¬q → ¬p, que es equivalente a p → q.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286000"/>
            <a:ext cx="10652760" cy="86868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1097280" y="2468880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p → q      ≡      ¬q → ¬p</a:t>
            </a:r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768096" y="3383280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7" name="Google Shape;107;p14"/>
          <p:cNvSpPr txBox="1"/>
          <p:nvPr/>
        </p:nvSpPr>
        <p:spPr>
          <a:xfrm>
            <a:off x="1280160" y="3401568"/>
            <a:ext cx="616305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Escriba la contrapositiva del enunciado: niegue la conclusión y niegue la hipótesis, e invierta.</a:t>
            </a:r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768096" y="3986784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07" name="Google Shape;107;p14"/>
          <p:cNvSpPr txBox="1"/>
          <p:nvPr/>
        </p:nvSpPr>
        <p:spPr>
          <a:xfrm>
            <a:off x="1280160" y="4005072"/>
            <a:ext cx="616305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Suponga ¬q como nueva hipótesis.</a:t>
            </a:r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768096" y="4590288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07" name="Google Shape;107;p14"/>
          <p:cNvSpPr txBox="1"/>
          <p:nvPr/>
        </p:nvSpPr>
        <p:spPr>
          <a:xfrm>
            <a:off x="1280160" y="4608576"/>
            <a:ext cx="616305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Demuestre ¬p de forma directa.</a:t>
            </a:r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768096" y="5193792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07" name="Google Shape;107;p14"/>
          <p:cNvSpPr txBox="1"/>
          <p:nvPr/>
        </p:nvSpPr>
        <p:spPr>
          <a:xfrm>
            <a:off x="1280160" y="5212080"/>
            <a:ext cx="616305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Concluya que, por equivalencia, el teorema original queda probado.</a:t>
            </a:r>
            <a:endParaRPr/>
          </a:p>
        </p:txBody>
      </p:sp>
      <p:sp>
        <p:nvSpPr>
          <p:cNvPr id="113" name="Rounded Rectangle 112"/>
          <p:cNvSpPr/>
          <p:nvPr/>
        </p:nvSpPr>
        <p:spPr>
          <a:xfrm>
            <a:off x="7772400" y="342900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8001000" y="3575304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No confundir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001000" y="3995928"/>
            <a:ext cx="320040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 recíproca q → p NO sirve: no es equivalente.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Solo la contrapositiva ¬q → ¬p lo 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Ejemplo resuelto 3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Teorema: si n² es par, entonces n es par.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468880"/>
          <a:ext cx="8412479" cy="2743200"/>
        </p:xfrm>
        <a:graphic>
          <a:graphicData uri="http://schemas.openxmlformats.org/drawingml/2006/table">
            <a:tbl>
              <a:tblPr firstRow="0" bandRow="0">
                <a:noFill/>
              </a:tblPr>
              <a:tblGrid>
                <a:gridCol w="841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2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84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Paso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Desarrollo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Justificación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1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Contrapositiva: si n es impar, entonces n² es impar.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Se niega e invierte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2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Sea n impar: n = 2k + 1.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Definición de impar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3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n² = 4k² + 4k + 1 = 2(2k² + 2k) + 1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Álgebra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4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n² es impar.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Definición de impar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5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Queda probada la contrapositiva, luego el teorema original.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p → q ≡ ¬q → ¬p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9509760" y="2651760"/>
            <a:ext cx="1920240" cy="201168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9738360" y="2798064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Observe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738360" y="3218688"/>
            <a:ext cx="146304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trabajo real es el mismo del Ejemplo 1, pero ahora sí avanza.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Ejemplo resuelto 4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Teorema: si 3n + 2 es impar, entonces n es impar.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468880"/>
          <a:ext cx="8412479" cy="2743200"/>
        </p:xfrm>
        <a:graphic>
          <a:graphicData uri="http://schemas.openxmlformats.org/drawingml/2006/table">
            <a:tbl>
              <a:tblPr firstRow="0" bandRow="0">
                <a:noFill/>
              </a:tblPr>
              <a:tblGrid>
                <a:gridCol w="841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2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84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Paso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Desarrollo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Justificación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1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Contrapositiva: si n es par, entonces 3n + 2 es par.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Se niega e invierte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2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Sea n par: n = 2k.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Definición de par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3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3n + 2 = 6k + 2 = 2(3k + 1)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Álgebra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4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3n + 2 es par.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Definición de par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5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Queda probado el teorema original.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Equivalencia con la contrapositiva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9509760" y="2651760"/>
            <a:ext cx="1920240" cy="201168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9738360" y="2798064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Por qué funciona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738360" y="3218688"/>
            <a:ext cx="146304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«3n + 2 impar» es difícil de usar; «n par» es inmediato.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¿Directa o por contraposición?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Criterio práctico para decidir antes de empezar.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468880"/>
          <a:ext cx="10652758" cy="2651760"/>
        </p:xfrm>
        <a:graphic>
          <a:graphicData uri="http://schemas.openxmlformats.org/drawingml/2006/table">
            <a:tbl>
              <a:tblPr firstRow="0" bandRow="0">
                <a:noFill/>
              </a:tblPr>
              <a:tblGrid>
                <a:gridCol w="1917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76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76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Mire…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Use directa si…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Use contraposición si…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La hipótesis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Es fácil de escribir con su definición (n = 2k).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Es difícil de manipular (aparece n², una raíz, una suma rara).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La conclusión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Se alcanza operando desde la hipótesis.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Su negación es mucho más simple de manejar.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La forma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No hay negaciones en el enunciado.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El enunciado ya viene con negaciones o con «no».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257800"/>
            <a:ext cx="10652760" cy="91440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1051560" y="54406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Y si ninguna de las dos avanza, queda un tercer método que veremos mañana: suponer que el teorema es falso y llegar a un absurdo.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2: por contraposición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Escriba primero la contrapositiva y después demuéstrela.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68096" y="2697480"/>
            <a:ext cx="1065276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2400"/>
              </a:spcAft>
            </a:pPr>
            <a:r>
              <a:rPr lang="en-US" sz="17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1)   Si n² es impar, entonces n es impar.</a:t>
            </a:r>
          </a:p>
          <a:p>
            <a:pPr>
              <a:spcAft>
                <a:spcPts val="2400"/>
              </a:spcAft>
            </a:pPr>
            <a:r>
              <a:rPr lang="en-US" sz="17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2)   Si 5n + 3 es par, entonces n es impar.</a:t>
            </a:r>
          </a:p>
          <a:p>
            <a:pPr>
              <a:spcAft>
                <a:spcPts val="2400"/>
              </a:spcAft>
            </a:pPr>
            <a:r>
              <a:rPr lang="en-US" sz="17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3)   Si el producto a · b es impar, entonces a y b son ambos impares.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68096" y="5120640"/>
            <a:ext cx="10652760" cy="10515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1051560" y="52578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Sugerencia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51560" y="559612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En el punto 3, la negación de «a y b son ambos impares» es «alguno de los dos es par», por De Morgan. Basta con analizar ese caso.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2 — Solución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Contrapositiva y desarrollo de cada una.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468880"/>
          <a:ext cx="10652759" cy="2651760"/>
        </p:xfrm>
        <a:graphic>
          <a:graphicData uri="http://schemas.openxmlformats.org/drawingml/2006/table">
            <a:tbl>
              <a:tblPr firstRow="0" bandRow="0">
                <a:noFill/>
              </a:tblPr>
              <a:tblGrid>
                <a:gridCol w="639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1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16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#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Contrapositiva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Desarrollo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1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Si n es par, entonces n² es par.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n = 2k ⟹ n² = 2(2k²): par.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2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Si n es par, entonces 5n + 3 es impar.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n = 2k ⟹ 5n + 3 = 10k + 3 = 2(5k + 1) + 1: impar.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3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Si a es par o b es par, entonces a · b es par.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Si a = 2k, entonces a · b = 2(k · b): par. El otro caso es simétrico.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257800"/>
            <a:ext cx="10652760" cy="9144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1051560" y="54406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punto 3 muestra algo nuevo: la negación produjo una disyunción, así que hubo que tratar dos casos. Basta con probar uno y observar que el otro es idéntico cambiando los papeles.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Cómo se escribe una demostración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 forma en que se espera que quede en el cuaderno y en el parcial.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77440"/>
            <a:ext cx="5852160" cy="329184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1005840" y="2606040"/>
            <a:ext cx="5394960" cy="283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3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Teorema. Si n es par, entonces n² es par.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Demostración. Sea n un entero par arbitrario.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Por definición de par, existe un entero k tal que n = 2k.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Entonces n² = (2k)² = 4k² = 2(2k²).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Como 2k² es un entero, n² tiene la forma 2m con m entero.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Por definición, n² es par.   ∎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903720" y="2377440"/>
            <a:ext cx="4517136" cy="32918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7132320" y="2523744"/>
            <a:ext cx="405993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Lo que no puede faltar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132320" y="2944368"/>
            <a:ext cx="4059936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Empezar con «Sea… arbitrario».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Nombrar la definición cada vez que se usa.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Escribir en oraciones completas, no en una cadena de igualdades sueltas.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Cerrar diciendo qué quedó probado, y marcar el final con ∎.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68096" y="576072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1051560" y="587044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Una demostración es un texto que se lee, no una lista de operaciones.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Errores frecuentes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Los cuatro que invalidan una demostración.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77440"/>
            <a:ext cx="5212080" cy="16916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99669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Probar con ejemplos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96696" y="2944368"/>
            <a:ext cx="47548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Verificar que se cumple para n = 2, 4 y 6 no demuestra nada sobre todos los enteros.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208776" y="2377440"/>
            <a:ext cx="5212080" cy="16916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643737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Usar la misma letra dos veces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437376" y="2944368"/>
            <a:ext cx="47548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Escribir a = 2k y b = 2k obliga a que a y b sean iguales. Use letras distintas.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68096" y="4206240"/>
            <a:ext cx="5212080" cy="16916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996696" y="43525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Suponer lo que se quiere probar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96696" y="4773168"/>
            <a:ext cx="47548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Partir de la conclusión y llegar a algo verdadero no demuestra la conclusión.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208776" y="4206240"/>
            <a:ext cx="5212080" cy="16916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6437376" y="43525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Demostrar la recíproca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437376" y="4773168"/>
            <a:ext cx="47548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Probar q → p no prueba p → q. Solo la contrapositiva ¬q → ¬p sirve.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3: elija el método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Para cada afirmación, decida qué método conviene, explique por qué y demuéstrela.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68096" y="2697480"/>
            <a:ext cx="1065276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2400"/>
              </a:spcAft>
            </a:pPr>
            <a:r>
              <a:rPr lang="en-US" sz="17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1)   Si n es impar, entonces n³ es impar.</a:t>
            </a:r>
          </a:p>
          <a:p>
            <a:pPr>
              <a:spcAft>
                <a:spcPts val="2400"/>
              </a:spcAft>
            </a:pPr>
            <a:r>
              <a:rPr lang="en-US" sz="17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2)   Si n² − 6n + 5 es par, entonces n es impar.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68096" y="4480560"/>
            <a:ext cx="10652760" cy="169164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1051560" y="46177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Antes de demostrar, responda por escrito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51560" y="498348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5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¿La hipótesis es fácil de escribir con su definición?</a:t>
            </a:r>
          </a:p>
          <a:p>
            <a:pPr>
              <a:spcAft>
                <a:spcPts val="5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¿La negación de la conclusión es más simple que la conclusión?</a:t>
            </a:r>
          </a:p>
          <a:p>
            <a:pPr>
              <a:spcAft>
                <a:spcPts val="5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Según eso, ¿directa o contraposición?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3 — Solución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Método elegido y desarrollo.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468880"/>
          <a:ext cx="10652758" cy="2468880"/>
        </p:xfrm>
        <a:graphic>
          <a:graphicData uri="http://schemas.openxmlformats.org/drawingml/2006/table">
            <a:tbl>
              <a:tblPr firstRow="0" bandRow="0">
                <a:noFill/>
              </a:tblPr>
              <a:tblGrid>
                <a:gridCol w="639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7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96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#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Método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Desarrollo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1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Directa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La hipótesis n impar se escribe n = 2k + 1 de inmediato. n³ = (2k+1)³ = 8k³ + 12k² + 6k + 1 = 2(4k³ + 6k² + 3k) + 1: impar.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2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Contraposición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La hipótesis con el polinomio es difícil de usar. Contrapositiva: si n es par, n² − 6n + 5 es impar. Con n = 2k: 4k² − 12k + 5 = 2(2k² − 6k + 2) + 1: impar.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120640"/>
            <a:ext cx="10652760" cy="105156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1051560" y="53035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criterio se confirma: cuando la hipótesis trae un polinomio de grado dos, casi siempre conviene dar la vuelta y partir de la negación de la conclusión, que suele ser un simple n = 2k.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Trabajo independiente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Para desarrollar fuera del horario de clase.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77440"/>
            <a:ext cx="5212080" cy="28346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99669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Demostraciones para entregar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96696" y="2944368"/>
            <a:ext cx="475488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1. Si n es par, entonces n³ + 2n es par.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2. Si a divide a b, entonces a divide a 3b.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3. Si n² + 1 es par, entonces n es impar.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4. Si a·b es par, entonces a es par o b es par.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208776" y="2377440"/>
            <a:ext cx="5212080" cy="28346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643737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Cómo entregarlas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437376" y="2944368"/>
            <a:ext cx="475488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Indique en cada una qué método eligió y por qué.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Escriba en oraciones completas, nombrando la definición usada en cada paso.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Lectura: sección 1.5 de Johnsonbaugh, demostración directa e indirecta.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68096" y="5349240"/>
            <a:ext cx="10652760" cy="8229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1051560" y="55321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Próxima sesión: demostración por contradicción, refutación por contraejemplo y análisis de demostraciones incorrectas.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60B8AF-6022-4E5B-06B9-24B4B78C8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1AB1FB-E3DC-2D26-6B2C-08A25A3B7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40326D8-E30C-AD24-3EAA-BCE96D5C0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8B8AA84-A5E1-21DE-2EAE-BD6F0C302D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85BB1BB9-F4AA-2D61-3C1B-74A58B29D078}"/>
              </a:ext>
            </a:extLst>
          </p:cNvPr>
          <p:cNvSpPr/>
          <p:nvPr/>
        </p:nvSpPr>
        <p:spPr>
          <a:xfrm>
            <a:off x="1330467" y="3166712"/>
            <a:ext cx="953106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chemeClr val="lt1"/>
              </a:buClr>
              <a:buSzPts val="5400"/>
            </a:pPr>
            <a:r>
              <a:rPr lang="es-MX" sz="5400" b="1">
                <a:solidFill>
                  <a:schemeClr val="bg1"/>
                </a:solidFill>
                <a:latin typeface="Montserrat" panose="00000500000000000000" pitchFamily="50" charset="0"/>
                <a:ea typeface="Roboto" panose="02000000000000000000" pitchFamily="2" charset="0"/>
                <a:cs typeface="Myanmar Text" panose="020B0502040204020203" pitchFamily="34" charset="0"/>
              </a:rPr>
              <a:t>¡MUCHAS GRACIAS!</a:t>
            </a:r>
            <a:endParaRPr lang="es-MX" sz="5400" b="1">
              <a:latin typeface="Montserrat" panose="00000500000000000000" pitchFamily="50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26931EB-0942-B142-0FC7-C81642E72B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410236" y="1629116"/>
            <a:ext cx="913016" cy="474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053338"/>
      </p:ext>
    </p:extLst>
  </p:cSld>
  <p:clrMapOvr>
    <a:masterClrMapping/>
  </p:clrMapOvr>
</p:sld>
</file>

<file path=ppt/theme/theme1.xml><?xml version="1.0" encoding="utf-8"?>
<a:theme xmlns:a="http://schemas.openxmlformats.org/drawingml/2006/main" name="3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0F1A998DF485741973047B0282D7461" ma:contentTypeVersion="4" ma:contentTypeDescription="Crear nuevo documento." ma:contentTypeScope="" ma:versionID="1b70b2faf0ee7eb4a2a5c078e35f5067">
  <xsd:schema xmlns:xsd="http://www.w3.org/2001/XMLSchema" xmlns:xs="http://www.w3.org/2001/XMLSchema" xmlns:p="http://schemas.microsoft.com/office/2006/metadata/properties" xmlns:ns2="539bfd63-48c4-4ceb-ad51-e3b6b1d74c20" targetNamespace="http://schemas.microsoft.com/office/2006/metadata/properties" ma:root="true" ma:fieldsID="935c1bb362677d2a5e464ee38cef8249" ns2:_="">
    <xsd:import namespace="539bfd63-48c4-4ceb-ad51-e3b6b1d74c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9bfd63-48c4-4ceb-ad51-e3b6b1d74c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88521E-61ED-4F45-B1B4-1DD77D94DB22}">
  <ds:schemaRefs>
    <ds:schemaRef ds:uri="539bfd63-48c4-4ceb-ad51-e3b6b1d74c20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C2A1A5F-7253-4080-B5DF-B5BC64A6EA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39bfd63-48c4-4ceb-ad51-e3b6b1d74c2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4B2C89B-F763-4A7D-B5C0-BB607F12021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2785</TotalTime>
  <Words>2297</Words>
  <Application>Microsoft Office PowerPoint</Application>
  <PresentationFormat>Panorámica</PresentationFormat>
  <Paragraphs>292</Paragraphs>
  <Slides>23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23</vt:i4>
      </vt:variant>
    </vt:vector>
  </HeadingPairs>
  <TitlesOfParts>
    <vt:vector size="32" baseType="lpstr">
      <vt:lpstr>Arial</vt:lpstr>
      <vt:lpstr>Calibri</vt:lpstr>
      <vt:lpstr>Calibri Light</vt:lpstr>
      <vt:lpstr>Inter</vt:lpstr>
      <vt:lpstr>Inter SemiBold</vt:lpstr>
      <vt:lpstr>Montserrat</vt:lpstr>
      <vt:lpstr>Roboto</vt:lpstr>
      <vt:lpstr>3_Tema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Paula Andrea Yepes Gómez</dc:creator>
  <cp:lastModifiedBy>SEBASTIAN MONTOYA VILLADA</cp:lastModifiedBy>
  <cp:revision>94</cp:revision>
  <dcterms:created xsi:type="dcterms:W3CDTF">2022-07-12T20:27:57Z</dcterms:created>
  <dcterms:modified xsi:type="dcterms:W3CDTF">2026-08-19T20:51:19Z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0x010100E0F1A998DF485741973047B0282D7461</vt:lpwstr>
  </property>
</Properties>
</file>