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30"/>
  </p:notesMasterIdLst>
  <p:sldIdLst>
    <p:sldId id="259" r:id="rId6"/>
    <p:sldId id="435" r:id="rId7"/>
    <p:sldId id="490" r:id="rId8"/>
    <p:sldId id="491" r:id="rId9"/>
    <p:sldId id="492" r:id="rId10"/>
    <p:sldId id="493" r:id="rId11"/>
    <p:sldId id="494" r:id="rId12"/>
    <p:sldId id="495" r:id="rId13"/>
    <p:sldId id="496" r:id="rId14"/>
    <p:sldId id="497" r:id="rId15"/>
    <p:sldId id="498" r:id="rId16"/>
    <p:sldId id="499" r:id="rId17"/>
    <p:sldId id="500" r:id="rId18"/>
    <p:sldId id="501" r:id="rId19"/>
    <p:sldId id="502" r:id="rId20"/>
    <p:sldId id="503" r:id="rId21"/>
    <p:sldId id="504" r:id="rId22"/>
    <p:sldId id="505" r:id="rId23"/>
    <p:sldId id="506" r:id="rId24"/>
    <p:sldId id="507" r:id="rId25"/>
    <p:sldId id="508" r:id="rId26"/>
    <p:sldId id="509" r:id="rId27"/>
    <p:sldId id="510" r:id="rId28"/>
    <p:sldId id="358" r:id="rId2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1842D-0B3E-C4F0-38AD-F9C6520AB797}" v="1" dt="2025-08-14T00:02:49.985"/>
    <p1510:client id="{A9085E3F-640F-8AC8-2CAF-A556D3A012AA}" v="88" dt="2025-08-12T20:32:49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8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8118@correo.itm.edu.co::dffcc6c4-4ec2-40a3-ba2d-1adaa01cc26d" providerId="AD" clId="Web-{F0891811-0C3E-E044-B339-FA3C78DDAA21}"/>
    <pc:docChg chg="modSld">
      <pc:chgData name="SEBASTIAN MONTOYA VILLADA" userId="S::sebastianmontoya8118@correo.itm.edu.co::dffcc6c4-4ec2-40a3-ba2d-1adaa01cc26d" providerId="AD" clId="Web-{F0891811-0C3E-E044-B339-FA3C78DDAA21}" dt="2025-02-02T16:50:46.608" v="48" actId="20577"/>
      <pc:docMkLst>
        <pc:docMk/>
      </pc:docMkLst>
      <pc:sldChg chg="modSp">
        <pc:chgData name="SEBASTIAN MONTOYA VILLADA" userId="S::sebastianmontoya8118@correo.itm.edu.co::dffcc6c4-4ec2-40a3-ba2d-1adaa01cc26d" providerId="AD" clId="Web-{F0891811-0C3E-E044-B339-FA3C78DDAA21}" dt="2025-02-02T16:50:46.608" v="48" actId="20577"/>
        <pc:sldMkLst>
          <pc:docMk/>
          <pc:sldMk cId="2518797674" sldId="377"/>
        </pc:sldMkLst>
      </pc:sldChg>
    </pc:docChg>
  </pc:docChgLst>
  <pc:docChgLst>
    <pc:chgData name="SEBASTIAN MONTOYA VILLADA" userId="S::sebastianmontoya8118@correo.itm.edu.co::dffcc6c4-4ec2-40a3-ba2d-1adaa01cc26d" providerId="AD" clId="Web-{12ABB21D-7E4B-A741-8DBD-07416A75BBC9}"/>
    <pc:docChg chg="addSld modSld">
      <pc:chgData name="SEBASTIAN MONTOYA VILLADA" userId="S::sebastianmontoya8118@correo.itm.edu.co::dffcc6c4-4ec2-40a3-ba2d-1adaa01cc26d" providerId="AD" clId="Web-{12ABB21D-7E4B-A741-8DBD-07416A75BBC9}" dt="2025-02-06T19:01:40.165" v="84" actId="20577"/>
      <pc:docMkLst>
        <pc:docMk/>
      </pc:docMkLst>
      <pc:sldChg chg="modSp">
        <pc:chgData name="SEBASTIAN MONTOYA VILLADA" userId="S::sebastianmontoya8118@correo.itm.edu.co::dffcc6c4-4ec2-40a3-ba2d-1adaa01cc26d" providerId="AD" clId="Web-{12ABB21D-7E4B-A741-8DBD-07416A75BBC9}" dt="2025-02-06T19:01:40.165" v="84" actId="20577"/>
        <pc:sldMkLst>
          <pc:docMk/>
          <pc:sldMk cId="3747983956" sldId="427"/>
        </pc:sldMkLst>
      </pc:sldChg>
      <pc:sldChg chg="modSp">
        <pc:chgData name="SEBASTIAN MONTOYA VILLADA" userId="S::sebastianmontoya8118@correo.itm.edu.co::dffcc6c4-4ec2-40a3-ba2d-1adaa01cc26d" providerId="AD" clId="Web-{12ABB21D-7E4B-A741-8DBD-07416A75BBC9}" dt="2025-02-06T18:52:16.640" v="48" actId="20577"/>
        <pc:sldMkLst>
          <pc:docMk/>
          <pc:sldMk cId="2353607267" sldId="430"/>
        </pc:sldMkLst>
      </pc:sldChg>
      <pc:sldChg chg="modSp add replId">
        <pc:chgData name="SEBASTIAN MONTOYA VILLADA" userId="S::sebastianmontoya8118@correo.itm.edu.co::dffcc6c4-4ec2-40a3-ba2d-1adaa01cc26d" providerId="AD" clId="Web-{12ABB21D-7E4B-A741-8DBD-07416A75BBC9}" dt="2025-02-06T18:32:55.280" v="33" actId="20577"/>
        <pc:sldMkLst>
          <pc:docMk/>
          <pc:sldMk cId="2958943099" sldId="433"/>
        </pc:sldMkLst>
      </pc:sldChg>
    </pc:docChg>
  </pc:docChgLst>
  <pc:docChgLst>
    <pc:chgData name="SEBASTIAN MONTOYA VILLADA" userId="S::sebastianmontoya8118@correo.itm.edu.co::dffcc6c4-4ec2-40a3-ba2d-1adaa01cc26d" providerId="AD" clId="Web-{4371842D-0B3E-C4F0-38AD-F9C6520AB797}"/>
    <pc:docChg chg="delSld">
      <pc:chgData name="SEBASTIAN MONTOYA VILLADA" userId="S::sebastianmontoya8118@correo.itm.edu.co::dffcc6c4-4ec2-40a3-ba2d-1adaa01cc26d" providerId="AD" clId="Web-{4371842D-0B3E-C4F0-38AD-F9C6520AB797}" dt="2025-08-14T00:02:49.985" v="0"/>
      <pc:docMkLst>
        <pc:docMk/>
      </pc:docMkLst>
      <pc:sldChg chg="del">
        <pc:chgData name="SEBASTIAN MONTOYA VILLADA" userId="S::sebastianmontoya8118@correo.itm.edu.co::dffcc6c4-4ec2-40a3-ba2d-1adaa01cc26d" providerId="AD" clId="Web-{4371842D-0B3E-C4F0-38AD-F9C6520AB797}" dt="2025-08-14T00:02:49.985" v="0"/>
        <pc:sldMkLst>
          <pc:docMk/>
          <pc:sldMk cId="2831281710" sldId="423"/>
        </pc:sldMkLst>
      </pc:sldChg>
    </pc:docChg>
  </pc:docChgLst>
  <pc:docChgLst>
    <pc:chgData name="SEBASTIAN MONTOYA VILLADA" userId="S::sebastianmontoya8118@correo.itm.edu.co::dffcc6c4-4ec2-40a3-ba2d-1adaa01cc26d" providerId="AD" clId="Web-{0E7E6845-1414-57BF-4B89-6166058ECF3B}"/>
    <pc:docChg chg="modSld">
      <pc:chgData name="SEBASTIAN MONTOYA VILLADA" userId="S::sebastianmontoya8118@correo.itm.edu.co::dffcc6c4-4ec2-40a3-ba2d-1adaa01cc26d" providerId="AD" clId="Web-{0E7E6845-1414-57BF-4B89-6166058ECF3B}" dt="2025-02-12T15:13:33.994" v="57"/>
      <pc:docMkLst>
        <pc:docMk/>
      </pc:docMkLst>
      <pc:sldChg chg="modSp">
        <pc:chgData name="SEBASTIAN MONTOYA VILLADA" userId="S::sebastianmontoya8118@correo.itm.edu.co::dffcc6c4-4ec2-40a3-ba2d-1adaa01cc26d" providerId="AD" clId="Web-{0E7E6845-1414-57BF-4B89-6166058ECF3B}" dt="2025-02-12T15:13:33.994" v="57"/>
        <pc:sldMkLst>
          <pc:docMk/>
          <pc:sldMk cId="3952345243" sldId="406"/>
        </pc:sldMkLst>
      </pc:sldChg>
    </pc:docChg>
  </pc:docChgLst>
  <pc:docChgLst>
    <pc:chgData name="SEBASTIAN MONTOYA VILLADA" userId="S::sebastianmontoya8118@correo.itm.edu.co::dffcc6c4-4ec2-40a3-ba2d-1adaa01cc26d" providerId="AD" clId="Web-{A9085E3F-640F-8AC8-2CAF-A556D3A012AA}"/>
    <pc:docChg chg="addSld delSld modSld">
      <pc:chgData name="SEBASTIAN MONTOYA VILLADA" userId="S::sebastianmontoya8118@correo.itm.edu.co::dffcc6c4-4ec2-40a3-ba2d-1adaa01cc26d" providerId="AD" clId="Web-{A9085E3F-640F-8AC8-2CAF-A556D3A012AA}" dt="2025-08-12T20:32:49.389" v="84" actId="1076"/>
      <pc:docMkLst>
        <pc:docMk/>
      </pc:docMkLst>
      <pc:sldChg chg="modSp">
        <pc:chgData name="SEBASTIAN MONTOYA VILLADA" userId="S::sebastianmontoya8118@correo.itm.edu.co::dffcc6c4-4ec2-40a3-ba2d-1adaa01cc26d" providerId="AD" clId="Web-{A9085E3F-640F-8AC8-2CAF-A556D3A012AA}" dt="2025-08-12T19:15:50.527" v="6" actId="1076"/>
        <pc:sldMkLst>
          <pc:docMk/>
          <pc:sldMk cId="3065597046" sldId="405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15:14.573" v="4" actId="20577"/>
          <ac:spMkLst>
            <pc:docMk/>
            <pc:sldMk cId="3065597046" sldId="405"/>
            <ac:spMk id="15" creationId="{85FAB7AA-F6D0-DCD2-169A-663C9F578B7B}"/>
          </ac:spMkLst>
        </pc:spChg>
        <pc:picChg chg="mod">
          <ac:chgData name="SEBASTIAN MONTOYA VILLADA" userId="S::sebastianmontoya8118@correo.itm.edu.co::dffcc6c4-4ec2-40a3-ba2d-1adaa01cc26d" providerId="AD" clId="Web-{A9085E3F-640F-8AC8-2CAF-A556D3A012AA}" dt="2025-08-12T19:15:50.527" v="6" actId="1076"/>
          <ac:picMkLst>
            <pc:docMk/>
            <pc:sldMk cId="3065597046" sldId="405"/>
            <ac:picMk id="16" creationId="{B82471AD-453F-FE32-A520-39111B862C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9:12.618" v="26" actId="1076"/>
        <pc:sldMkLst>
          <pc:docMk/>
          <pc:sldMk cId="2099833142" sldId="409"/>
        </pc:sldMkLst>
        <pc:picChg chg="add mod modCrop">
          <ac:chgData name="SEBASTIAN MONTOYA VILLADA" userId="S::sebastianmontoya8118@correo.itm.edu.co::dffcc6c4-4ec2-40a3-ba2d-1adaa01cc26d" providerId="AD" clId="Web-{A9085E3F-640F-8AC8-2CAF-A556D3A012AA}" dt="2025-08-12T19:29:12.618" v="26" actId="1076"/>
          <ac:picMkLst>
            <pc:docMk/>
            <pc:sldMk cId="2099833142" sldId="409"/>
            <ac:picMk id="2" creationId="{E1E9E397-3AAE-3E2C-904F-97CAAC617C8A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1:05.981" v="32" actId="1076"/>
        <pc:sldMkLst>
          <pc:docMk/>
          <pc:sldMk cId="1253375017" sldId="411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1:05.981" v="32" actId="1076"/>
          <ac:picMkLst>
            <pc:docMk/>
            <pc:sldMk cId="1253375017" sldId="411"/>
            <ac:picMk id="2" creationId="{04956126-4BFB-27E9-D04E-1B80B4AA7AB2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4:01.251" v="38" actId="1076"/>
        <pc:sldMkLst>
          <pc:docMk/>
          <pc:sldMk cId="1563925881" sldId="413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4:01.251" v="38" actId="1076"/>
          <ac:picMkLst>
            <pc:docMk/>
            <pc:sldMk cId="1563925881" sldId="413"/>
            <ac:picMk id="2" creationId="{EB19C2A4-3385-F990-DD12-C1BE3613E0DD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6:58.461" v="44" actId="1076"/>
        <pc:sldMkLst>
          <pc:docMk/>
          <pc:sldMk cId="4289046495" sldId="415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6:58.461" v="44" actId="1076"/>
          <ac:picMkLst>
            <pc:docMk/>
            <pc:sldMk cId="4289046495" sldId="415"/>
            <ac:picMk id="2" creationId="{ECE24E22-13B2-AC5A-D5ED-D761F8A6DE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9:44.258" v="48" actId="1076"/>
        <pc:sldMkLst>
          <pc:docMk/>
          <pc:sldMk cId="3874360725" sldId="41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9:44.258" v="48" actId="1076"/>
          <ac:picMkLst>
            <pc:docMk/>
            <pc:sldMk cId="3874360725" sldId="418"/>
            <ac:picMk id="2" creationId="{F20355AC-76D8-DAD9-33C0-42A20F5BA8C4}"/>
          </ac:picMkLst>
        </pc:picChg>
      </pc:sldChg>
      <pc:sldChg chg="modSp">
        <pc:chgData name="SEBASTIAN MONTOYA VILLADA" userId="S::sebastianmontoya8118@correo.itm.edu.co::dffcc6c4-4ec2-40a3-ba2d-1adaa01cc26d" providerId="AD" clId="Web-{A9085E3F-640F-8AC8-2CAF-A556D3A012AA}" dt="2025-08-12T19:40:02.557" v="50"/>
        <pc:sldMkLst>
          <pc:docMk/>
          <pc:sldMk cId="2616112607" sldId="420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40:02.557" v="50"/>
          <ac:spMkLst>
            <pc:docMk/>
            <pc:sldMk cId="2616112607" sldId="420"/>
            <ac:spMk id="13" creationId="{FDA4B643-DEB4-C77F-0211-C4BA4EE48C1A}"/>
          </ac:spMkLst>
        </pc:spChg>
      </pc:sldChg>
      <pc:sldChg chg="del">
        <pc:chgData name="SEBASTIAN MONTOYA VILLADA" userId="S::sebastianmontoya8118@correo.itm.edu.co::dffcc6c4-4ec2-40a3-ba2d-1adaa01cc26d" providerId="AD" clId="Web-{A9085E3F-640F-8AC8-2CAF-A556D3A012AA}" dt="2025-08-12T20:17:34.972" v="59"/>
        <pc:sldMkLst>
          <pc:docMk/>
          <pc:sldMk cId="1817142743" sldId="421"/>
        </pc:sldMkLst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32:49.389" v="84" actId="1076"/>
        <pc:sldMkLst>
          <pc:docMk/>
          <pc:sldMk cId="4243160153" sldId="42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32:14.919" v="76" actId="1076"/>
          <ac:picMkLst>
            <pc:docMk/>
            <pc:sldMk cId="4243160153" sldId="424"/>
            <ac:picMk id="2" creationId="{3FAE8893-D5D5-DB51-07AF-32142177194D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8.186" v="83" actId="1076"/>
          <ac:picMkLst>
            <pc:docMk/>
            <pc:sldMk cId="4243160153" sldId="424"/>
            <ac:picMk id="14" creationId="{CA992F2E-C4EB-3035-3338-919DEF831901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9.389" v="84" actId="1076"/>
          <ac:picMkLst>
            <pc:docMk/>
            <pc:sldMk cId="4243160153" sldId="424"/>
            <ac:picMk id="15" creationId="{DB23A67A-24EB-F427-E73A-4F0873FE280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26:33.713" v="64" actId="1076"/>
        <pc:sldMkLst>
          <pc:docMk/>
          <pc:sldMk cId="3747983956" sldId="427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26:33.713" v="64" actId="1076"/>
          <ac:picMkLst>
            <pc:docMk/>
            <pc:sldMk cId="3747983956" sldId="427"/>
            <ac:picMk id="2" creationId="{1C04A617-E0EB-E6A2-0B6C-86EEC4B4961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4:37.106" v="10" actId="1076"/>
        <pc:sldMkLst>
          <pc:docMk/>
          <pc:sldMk cId="1762785225" sldId="42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24:37.106" v="10" actId="1076"/>
          <ac:picMkLst>
            <pc:docMk/>
            <pc:sldMk cId="1762785225" sldId="428"/>
            <ac:picMk id="2" creationId="{94A0DFDB-099D-9A6F-7895-A62CF3474301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02:45.449" v="52"/>
        <pc:sldMkLst>
          <pc:docMk/>
          <pc:sldMk cId="1231723398" sldId="429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2:45.449" v="52"/>
          <ac:picMkLst>
            <pc:docMk/>
            <pc:sldMk cId="1231723398" sldId="429"/>
            <ac:picMk id="2" creationId="{64220BF8-05D9-3314-CB6C-528B5F0215CB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15:55.218" v="58"/>
        <pc:sldMkLst>
          <pc:docMk/>
          <pc:sldMk cId="2353607267" sldId="430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15:55.218" v="58"/>
          <ac:picMkLst>
            <pc:docMk/>
            <pc:sldMk cId="2353607267" sldId="430"/>
            <ac:picMk id="2" creationId="{BDAAC5A4-B5B2-604D-D366-6490445BC431}"/>
          </ac:picMkLst>
        </pc:picChg>
      </pc:sldChg>
      <pc:sldChg chg="addSp delSp modSp add replId">
        <pc:chgData name="SEBASTIAN MONTOYA VILLADA" userId="S::sebastianmontoya8118@correo.itm.edu.co::dffcc6c4-4ec2-40a3-ba2d-1adaa01cc26d" providerId="AD" clId="Web-{A9085E3F-640F-8AC8-2CAF-A556D3A012AA}" dt="2025-08-12T20:04:38.999" v="56" actId="1076"/>
        <pc:sldMkLst>
          <pc:docMk/>
          <pc:sldMk cId="3717440452" sldId="43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4:38.999" v="56" actId="1076"/>
          <ac:picMkLst>
            <pc:docMk/>
            <pc:sldMk cId="3717440452" sldId="434"/>
            <ac:picMk id="13" creationId="{EAA64571-95EA-047D-61FC-F0DB3889129C}"/>
          </ac:picMkLst>
        </pc:picChg>
      </pc:sldChg>
    </pc:docChg>
  </pc:docChgLst>
  <pc:docChgLst>
    <pc:chgData name="SEBASTIAN MONTOYA VILLADA" userId="dffcc6c4-4ec2-40a3-ba2d-1adaa01cc26d" providerId="ADAL" clId="{3631816F-C42D-43AB-8BE5-E4DD25D23C65}"/>
    <pc:docChg chg="undo redo custSel addSld delSld modSld sldOrd">
      <pc:chgData name="SEBASTIAN MONTOYA VILLADA" userId="dffcc6c4-4ec2-40a3-ba2d-1adaa01cc26d" providerId="ADAL" clId="{3631816F-C42D-43AB-8BE5-E4DD25D23C65}" dt="2025-02-02T18:01:00.312" v="779" actId="20577"/>
      <pc:docMkLst>
        <pc:docMk/>
      </pc:docMkLst>
      <pc:sldChg chg="modSp mod">
        <pc:chgData name="SEBASTIAN MONTOYA VILLADA" userId="dffcc6c4-4ec2-40a3-ba2d-1adaa01cc26d" providerId="ADAL" clId="{3631816F-C42D-43AB-8BE5-E4DD25D23C65}" dt="2025-02-02T17:03:05.300" v="14" actId="113"/>
        <pc:sldMkLst>
          <pc:docMk/>
          <pc:sldMk cId="488379912" sldId="393"/>
        </pc:sldMkLst>
      </pc:sldChg>
      <pc:sldChg chg="del">
        <pc:chgData name="SEBASTIAN MONTOYA VILLADA" userId="dffcc6c4-4ec2-40a3-ba2d-1adaa01cc26d" providerId="ADAL" clId="{3631816F-C42D-43AB-8BE5-E4DD25D23C65}" dt="2025-02-02T17:02:00.742" v="0" actId="47"/>
        <pc:sldMkLst>
          <pc:docMk/>
          <pc:sldMk cId="2101273427" sldId="394"/>
        </pc:sldMkLst>
      </pc:sldChg>
      <pc:sldChg chg="del">
        <pc:chgData name="SEBASTIAN MONTOYA VILLADA" userId="dffcc6c4-4ec2-40a3-ba2d-1adaa01cc26d" providerId="ADAL" clId="{3631816F-C42D-43AB-8BE5-E4DD25D23C65}" dt="2025-02-02T17:02:01.416" v="1" actId="47"/>
        <pc:sldMkLst>
          <pc:docMk/>
          <pc:sldMk cId="2390427211" sldId="397"/>
        </pc:sldMkLst>
      </pc:sldChg>
      <pc:sldChg chg="addSp modSp mod ord">
        <pc:chgData name="SEBASTIAN MONTOYA VILLADA" userId="dffcc6c4-4ec2-40a3-ba2d-1adaa01cc26d" providerId="ADAL" clId="{3631816F-C42D-43AB-8BE5-E4DD25D23C65}" dt="2025-02-02T17:39:22.546" v="457" actId="20577"/>
        <pc:sldMkLst>
          <pc:docMk/>
          <pc:sldMk cId="656435192" sldId="398"/>
        </pc:sldMkLst>
      </pc:sldChg>
      <pc:sldChg chg="del">
        <pc:chgData name="SEBASTIAN MONTOYA VILLADA" userId="dffcc6c4-4ec2-40a3-ba2d-1adaa01cc26d" providerId="ADAL" clId="{3631816F-C42D-43AB-8BE5-E4DD25D23C65}" dt="2025-02-02T17:02:07.342" v="2" actId="47"/>
        <pc:sldMkLst>
          <pc:docMk/>
          <pc:sldMk cId="3304403443" sldId="399"/>
        </pc:sldMkLst>
      </pc:sldChg>
      <pc:sldChg chg="del">
        <pc:chgData name="SEBASTIAN MONTOYA VILLADA" userId="dffcc6c4-4ec2-40a3-ba2d-1adaa01cc26d" providerId="ADAL" clId="{3631816F-C42D-43AB-8BE5-E4DD25D23C65}" dt="2025-02-02T17:02:12.379" v="3" actId="47"/>
        <pc:sldMkLst>
          <pc:docMk/>
          <pc:sldMk cId="2787044806" sldId="400"/>
        </pc:sldMkLst>
      </pc:sldChg>
      <pc:sldChg chg="del">
        <pc:chgData name="SEBASTIAN MONTOYA VILLADA" userId="dffcc6c4-4ec2-40a3-ba2d-1adaa01cc26d" providerId="ADAL" clId="{3631816F-C42D-43AB-8BE5-E4DD25D23C65}" dt="2025-02-02T17:37:33.435" v="297" actId="47"/>
        <pc:sldMkLst>
          <pc:docMk/>
          <pc:sldMk cId="47168701" sldId="401"/>
        </pc:sldMkLst>
      </pc:sldChg>
      <pc:sldChg chg="modSp">
        <pc:chgData name="SEBASTIAN MONTOYA VILLADA" userId="dffcc6c4-4ec2-40a3-ba2d-1adaa01cc26d" providerId="ADAL" clId="{3631816F-C42D-43AB-8BE5-E4DD25D23C65}" dt="2025-02-02T17:02:58.756" v="13" actId="20577"/>
        <pc:sldMkLst>
          <pc:docMk/>
          <pc:sldMk cId="2608532953" sldId="403"/>
        </pc:sldMkLst>
      </pc:sldChg>
      <pc:sldChg chg="modSp mod">
        <pc:chgData name="SEBASTIAN MONTOYA VILLADA" userId="dffcc6c4-4ec2-40a3-ba2d-1adaa01cc26d" providerId="ADAL" clId="{3631816F-C42D-43AB-8BE5-E4DD25D23C65}" dt="2025-02-02T17:04:29.073" v="32" actId="1076"/>
        <pc:sldMkLst>
          <pc:docMk/>
          <pc:sldMk cId="1301947520" sldId="405"/>
        </pc:sldMkLst>
      </pc:sldChg>
      <pc:sldChg chg="addSp delSp modSp add mod">
        <pc:chgData name="SEBASTIAN MONTOYA VILLADA" userId="dffcc6c4-4ec2-40a3-ba2d-1adaa01cc26d" providerId="ADAL" clId="{3631816F-C42D-43AB-8BE5-E4DD25D23C65}" dt="2025-02-02T17:52:49.619" v="671" actId="20577"/>
        <pc:sldMkLst>
          <pc:docMk/>
          <pc:sldMk cId="4072667157" sldId="406"/>
        </pc:sldMkLst>
      </pc:sldChg>
      <pc:sldChg chg="delSp modSp add mod">
        <pc:chgData name="SEBASTIAN MONTOYA VILLADA" userId="dffcc6c4-4ec2-40a3-ba2d-1adaa01cc26d" providerId="ADAL" clId="{3631816F-C42D-43AB-8BE5-E4DD25D23C65}" dt="2025-02-02T17:12:34.296" v="131" actId="1076"/>
        <pc:sldMkLst>
          <pc:docMk/>
          <pc:sldMk cId="2106485477" sldId="407"/>
        </pc:sldMkLst>
      </pc:sldChg>
      <pc:sldChg chg="modSp add del mod">
        <pc:chgData name="SEBASTIAN MONTOYA VILLADA" userId="dffcc6c4-4ec2-40a3-ba2d-1adaa01cc26d" providerId="ADAL" clId="{3631816F-C42D-43AB-8BE5-E4DD25D23C65}" dt="2025-02-02T17:55:10.721" v="672" actId="47"/>
        <pc:sldMkLst>
          <pc:docMk/>
          <pc:sldMk cId="2579195081" sldId="408"/>
        </pc:sldMkLst>
      </pc:sldChg>
      <pc:sldChg chg="modSp add">
        <pc:chgData name="SEBASTIAN MONTOYA VILLADA" userId="dffcc6c4-4ec2-40a3-ba2d-1adaa01cc26d" providerId="ADAL" clId="{3631816F-C42D-43AB-8BE5-E4DD25D23C65}" dt="2025-02-02T17:24:32.680" v="148" actId="1076"/>
        <pc:sldMkLst>
          <pc:docMk/>
          <pc:sldMk cId="8677875" sldId="409"/>
        </pc:sldMkLst>
      </pc:sldChg>
      <pc:sldChg chg="addSp delSp modSp add mod">
        <pc:chgData name="SEBASTIAN MONTOYA VILLADA" userId="dffcc6c4-4ec2-40a3-ba2d-1adaa01cc26d" providerId="ADAL" clId="{3631816F-C42D-43AB-8BE5-E4DD25D23C65}" dt="2025-02-02T17:18:38.162" v="147" actId="1076"/>
        <pc:sldMkLst>
          <pc:docMk/>
          <pc:sldMk cId="4186104522" sldId="410"/>
        </pc:sldMkLst>
      </pc:sldChg>
      <pc:sldChg chg="add del ord">
        <pc:chgData name="SEBASTIAN MONTOYA VILLADA" userId="dffcc6c4-4ec2-40a3-ba2d-1adaa01cc26d" providerId="ADAL" clId="{3631816F-C42D-43AB-8BE5-E4DD25D23C65}" dt="2025-02-02T17:52:43.562" v="670" actId="47"/>
        <pc:sldMkLst>
          <pc:docMk/>
          <pc:sldMk cId="826557915" sldId="411"/>
        </pc:sldMkLst>
      </pc:sldChg>
      <pc:sldChg chg="addSp modSp add mod">
        <pc:chgData name="SEBASTIAN MONTOYA VILLADA" userId="dffcc6c4-4ec2-40a3-ba2d-1adaa01cc26d" providerId="ADAL" clId="{3631816F-C42D-43AB-8BE5-E4DD25D23C65}" dt="2025-02-02T17:31:21.563" v="201" actId="20577"/>
        <pc:sldMkLst>
          <pc:docMk/>
          <pc:sldMk cId="1378449796" sldId="412"/>
        </pc:sldMkLst>
      </pc:sldChg>
      <pc:sldChg chg="addSp delSp modSp add mod">
        <pc:chgData name="SEBASTIAN MONTOYA VILLADA" userId="dffcc6c4-4ec2-40a3-ba2d-1adaa01cc26d" providerId="ADAL" clId="{3631816F-C42D-43AB-8BE5-E4DD25D23C65}" dt="2025-02-02T17:36:13.703" v="294" actId="20577"/>
        <pc:sldMkLst>
          <pc:docMk/>
          <pc:sldMk cId="1222767551" sldId="413"/>
        </pc:sldMkLst>
      </pc:sldChg>
      <pc:sldChg chg="modSp add mod">
        <pc:chgData name="SEBASTIAN MONTOYA VILLADA" userId="dffcc6c4-4ec2-40a3-ba2d-1adaa01cc26d" providerId="ADAL" clId="{3631816F-C42D-43AB-8BE5-E4DD25D23C65}" dt="2025-02-02T17:44:28.316" v="637" actId="20577"/>
        <pc:sldMkLst>
          <pc:docMk/>
          <pc:sldMk cId="2733277947" sldId="414"/>
        </pc:sldMkLst>
      </pc:sldChg>
      <pc:sldChg chg="modSp add mod">
        <pc:chgData name="SEBASTIAN MONTOYA VILLADA" userId="dffcc6c4-4ec2-40a3-ba2d-1adaa01cc26d" providerId="ADAL" clId="{3631816F-C42D-43AB-8BE5-E4DD25D23C65}" dt="2025-02-02T17:51:15.065" v="669" actId="1076"/>
        <pc:sldMkLst>
          <pc:docMk/>
          <pc:sldMk cId="3342312546" sldId="415"/>
        </pc:sldMkLst>
      </pc:sldChg>
      <pc:sldChg chg="delSp modSp add mod">
        <pc:chgData name="SEBASTIAN MONTOYA VILLADA" userId="dffcc6c4-4ec2-40a3-ba2d-1adaa01cc26d" providerId="ADAL" clId="{3631816F-C42D-43AB-8BE5-E4DD25D23C65}" dt="2025-02-02T17:59:56.766" v="724" actId="20577"/>
        <pc:sldMkLst>
          <pc:docMk/>
          <pc:sldMk cId="3813547514" sldId="416"/>
        </pc:sldMkLst>
      </pc:sldChg>
      <pc:sldChg chg="modSp add mod">
        <pc:chgData name="SEBASTIAN MONTOYA VILLADA" userId="dffcc6c4-4ec2-40a3-ba2d-1adaa01cc26d" providerId="ADAL" clId="{3631816F-C42D-43AB-8BE5-E4DD25D23C65}" dt="2025-02-02T18:01:00.312" v="779" actId="20577"/>
        <pc:sldMkLst>
          <pc:docMk/>
          <pc:sldMk cId="2942061237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9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05525"/>
            <a:ext cx="10648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4" y="1870256"/>
            <a:ext cx="1118139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63055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AGENDA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229975" y="6305550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09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71562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Qué es un conjunto y cómo se escribe</a:t>
            </a:r>
            <a:endParaRPr sz="2400" dirty="0"/>
          </a:p>
        </p:txBody>
      </p:sp>
      <p:sp>
        <p:nvSpPr>
          <p:cNvPr id="103" name="Google Shape;103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71562" y="3583930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Pertenencia y subconjunto</a:t>
            </a:r>
            <a:endParaRPr sz="2400" dirty="0"/>
          </a:p>
        </p:txBody>
      </p:sp>
      <p:sp>
        <p:nvSpPr>
          <p:cNvPr id="105" name="Google Shape;105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71562" y="4331643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Igualdad por doble contenencia</a:t>
            </a:r>
            <a:endParaRPr sz="2400"/>
          </a:p>
        </p:txBody>
      </p:sp>
      <p:sp>
        <p:nvSpPr>
          <p:cNvPr id="107" name="Google Shape;107;p14"/>
          <p:cNvSpPr txBox="1"/>
          <p:nvPr/>
        </p:nvSpPr>
        <p:spPr>
          <a:xfrm>
            <a:off x="6634163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Conjunto potencia</a:t>
            </a:r>
            <a:endParaRPr sz="2400"/>
          </a:p>
        </p:txBody>
      </p:sp>
      <p:sp>
        <p:nvSpPr>
          <p:cNvPr id="108" name="Google Shape;108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634163" y="3505498"/>
            <a:ext cx="47720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Cardinalidad</a:t>
            </a:r>
            <a:endParaRPr sz="2400"/>
          </a:p>
        </p:txBody>
      </p:sp>
      <p:sp>
        <p:nvSpPr>
          <p:cNvPr id="110" name="Google Shape;110;p14"/>
          <p:cNvSpPr txBox="1"/>
          <p:nvPr/>
        </p:nvSpPr>
        <p:spPr>
          <a:xfrm>
            <a:off x="6362222" y="5133202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 manejar la notación de conjuntos y demostrar contenencias e igualdades con los métodos de la semana pasada.</a:t>
            </a:r>
            <a:endParaRPr sz="2400" dirty="0"/>
          </a:p>
        </p:txBody>
      </p:sp>
      <p:sp>
        <p:nvSpPr>
          <p:cNvPr id="111" name="Google Shape;111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4" y="372091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44624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3867149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 la lógica a los conjuntos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conjunto no es un tema nuevo: es otra forma de escribir un predicado.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Lo que ya sabe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P(x): «x es un entero par», sobre el dominio de los enteros.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predicado separa los elementos que lo cumplen de los que no.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Lo mismo, como conjunto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= { x ∈ ℤ : x es par }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conjunto A es exactamente la colección de los que cumplen P(x).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480560"/>
            <a:ext cx="10652760" cy="16459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Por qué esto importa hoy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1051560" y="5029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Todas las definiciones de hoy se escriben con cuantificadores, y todas las demostraciones que haremos son demostraciones directas o por doble contenencia. No hay técnica nueva: hay vocabulario nuevo sobre las mismas herramientas.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Conjunto, elementos y pertenencia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Una colección bien definida de objetos, sin orden y sin repeticiones.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4846320" cy="12344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Por extensión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listan los elementos:   A = { 2, 4, 6, 8 }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8096" y="3794760"/>
            <a:ext cx="4846320" cy="12344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996696" y="3941064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Por comprensión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996696" y="4361688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da la propiedad:   A = { x ∈ ℤ : x es par y 0 &lt; x &lt; 10 }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212080"/>
            <a:ext cx="4846320" cy="9601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1051560" y="5349240"/>
            <a:ext cx="4389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4 ∈ A   se lee «4 pertenece a A»</a:t>
            </a:r>
          </a:p>
          <a:p>
            <a:pPr>
              <a:spcAft>
                <a:spcPts val="300"/>
              </a:spcAft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5 ∉ A   se lee «5 no pertenece a A»</a:t>
            </a:r>
          </a:p>
        </p:txBody>
      </p:sp>
      <p:sp>
        <p:nvSpPr>
          <p:cNvPr id="111" name="Oval 110"/>
          <p:cNvSpPr/>
          <p:nvPr/>
        </p:nvSpPr>
        <p:spPr>
          <a:xfrm>
            <a:off x="6492240" y="2514600"/>
            <a:ext cx="3291840" cy="2651760"/>
          </a:xfrm>
          <a:prstGeom prst="ellipse">
            <a:avLst/>
          </a:prstGeom>
          <a:solidFill>
            <a:srgbClr val="2563EB">
              <a:alpha val="14000"/>
            </a:srgbClr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583680" y="2606040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Montserrat"/>
              </a:rPr>
              <a:t>A</a:t>
            </a:r>
          </a:p>
        </p:txBody>
      </p:sp>
      <p:sp>
        <p:nvSpPr>
          <p:cNvPr id="113" name="Oval 112"/>
          <p:cNvSpPr/>
          <p:nvPr/>
        </p:nvSpPr>
        <p:spPr>
          <a:xfrm>
            <a:off x="7406640" y="3200400"/>
            <a:ext cx="118872" cy="118872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537399" y="3145536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Roboto"/>
              </a:rPr>
              <a:t>2</a:t>
            </a:r>
          </a:p>
        </p:txBody>
      </p:sp>
      <p:sp>
        <p:nvSpPr>
          <p:cNvPr id="115" name="Oval 114"/>
          <p:cNvSpPr/>
          <p:nvPr/>
        </p:nvSpPr>
        <p:spPr>
          <a:xfrm>
            <a:off x="8503920" y="3200400"/>
            <a:ext cx="118872" cy="118872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634679" y="3145536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Roboto"/>
              </a:rPr>
              <a:t>4</a:t>
            </a:r>
          </a:p>
        </p:txBody>
      </p:sp>
      <p:sp>
        <p:nvSpPr>
          <p:cNvPr id="117" name="Oval 116"/>
          <p:cNvSpPr/>
          <p:nvPr/>
        </p:nvSpPr>
        <p:spPr>
          <a:xfrm>
            <a:off x="7406640" y="4114800"/>
            <a:ext cx="118872" cy="118872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537399" y="4059936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Roboto"/>
              </a:rPr>
              <a:t>6</a:t>
            </a:r>
          </a:p>
        </p:txBody>
      </p:sp>
      <p:sp>
        <p:nvSpPr>
          <p:cNvPr id="119" name="Oval 118"/>
          <p:cNvSpPr/>
          <p:nvPr/>
        </p:nvSpPr>
        <p:spPr>
          <a:xfrm>
            <a:off x="8503920" y="4114800"/>
            <a:ext cx="118872" cy="118872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634679" y="4059936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1E293B"/>
                </a:solidFill>
                <a:latin typeface="Roboto"/>
              </a:rPr>
              <a:t>8</a:t>
            </a:r>
          </a:p>
        </p:txBody>
      </p:sp>
      <p:sp>
        <p:nvSpPr>
          <p:cNvPr id="121" name="Oval 120"/>
          <p:cNvSpPr/>
          <p:nvPr/>
        </p:nvSpPr>
        <p:spPr>
          <a:xfrm>
            <a:off x="10424160" y="3566160"/>
            <a:ext cx="118872" cy="11887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554919" y="3511296"/>
            <a:ext cx="54864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D97706"/>
                </a:solidFill>
                <a:latin typeface="Roboto"/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66960" y="3977639"/>
            <a:ext cx="11887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Montserrat"/>
              </a:rPr>
              <a:t>5 ∉ A</a:t>
            </a:r>
          </a:p>
        </p:txBody>
      </p:sp>
      <p:sp>
        <p:nvSpPr>
          <p:cNvPr id="7" name="Google Shape;107;p14"/>
          <p:cNvSpPr txBox="1"/>
          <p:nvPr/>
        </p:nvSpPr>
        <p:spPr>
          <a:xfrm>
            <a:off x="6492240" y="534924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diagrama de Venn representa el conjunto como una región: adentro los elementos que pertenecen, afuera los que no.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Conjuntos numéricos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Conviene tener presentes sus símbolos y su relación.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6583679" cy="29260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53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6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Símbolo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Nombre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Ejemplos de elementos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ℕ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Números naturales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0, 1, 2, 3, …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ℤ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Números enteros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…, −2, −1, 0, 1, 2, …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ℚ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Números racionales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1/2,  −3,  0,75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ℝ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Números reales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√2,  π,  1/3,  −5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∅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Conjunto vacío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No tiene elementos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377806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0" y="2514600"/>
            <a:ext cx="3749039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909560" y="2660904"/>
            <a:ext cx="329183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Cadena de contenencias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7909560" y="3081528"/>
            <a:ext cx="329183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ℕ ⊆ ℤ ⊆ ℚ ⊆ ℝ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0" y="4160520"/>
            <a:ext cx="3749039" cy="12344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7909560" y="4306824"/>
            <a:ext cx="329183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Cuidado con el vacío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7909560" y="4727448"/>
            <a:ext cx="3291839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∅ no es lo mismo que { ∅ }: el segundo tiene un elemento.</a:t>
            </a:r>
          </a:p>
        </p:txBody>
      </p:sp>
      <p:sp>
        <p:nvSpPr>
          <p:cNvPr id="6" name="Google Shape;107;p14"/>
          <p:cNvSpPr txBox="1"/>
          <p:nvPr/>
        </p:nvSpPr>
        <p:spPr>
          <a:xfrm>
            <a:off x="768096" y="5532120"/>
            <a:ext cx="10652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Cuando un enunciado dice «para todo entero» está fijando el dominio: ese dominio es un conjunto.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1: notación y pertenencia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Sea  A = { x ∈ ℤ : −3 &lt; x ≤ 4 }.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51760"/>
            <a:ext cx="106527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Escriba A por extensión.</a:t>
            </a:r>
          </a:p>
          <a:p>
            <a:pPr>
              <a:spcAft>
                <a:spcPts val="20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Decida si es verdadero o falso:   −3 ∈ A   ·   0 ∈ A   ·   4,5 ∈ A</a:t>
            </a:r>
          </a:p>
          <a:p>
            <a:pPr>
              <a:spcAft>
                <a:spcPts val="20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Escriba por comprensión el conjunto  B = { 1, 4, 9, 16, 25 }.</a:t>
            </a:r>
          </a:p>
          <a:p>
            <a:pPr>
              <a:spcAft>
                <a:spcPts val="20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4)   ¿Cuántos elementos tiene 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Respuestas y observaciones.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8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0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3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Respuesta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Observación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= { −2, −1, 0, 1, 2, 3, 4 }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−3 queda fuera y 4 queda dentro.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−3 ∈ A: falso · 0 ∈ A: verdadero · 4,5 ∈ A: falso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4,5 no es entero, así que ni siquiera está en el dominio.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B = { x ∈ ℤ : x = n² con n entero, 1 ≤ n ≤ 5 }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Hay varias formas correctas de escribirlo.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 tiene 7 elementos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Se escribe |A| = 7 y se llama cardinalidad.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5040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el punto 3 lo que importa es que la propiedad describa exactamente esos cinco elementos, no la forma exacta de escribirla.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Subconjunto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relación central de la teoría de conjuntos.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51460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 ⊆ B      significa      ∀x (x ∈ A → x ∈ B)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822960" y="3520440"/>
            <a:ext cx="4206240" cy="2377440"/>
          </a:xfrm>
          <a:prstGeom prst="ellipse">
            <a:avLst/>
          </a:prstGeom>
          <a:solidFill>
            <a:srgbClr val="0E9488">
              <a:alpha val="12000"/>
            </a:srgbClr>
          </a:solidFill>
          <a:ln w="1905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14400" y="3611880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0E9488"/>
                </a:solidFill>
                <a:latin typeface="Montserrat"/>
              </a:rPr>
              <a:t>B</a:t>
            </a:r>
          </a:p>
        </p:txBody>
      </p:sp>
      <p:sp>
        <p:nvSpPr>
          <p:cNvPr id="111" name="Oval 110"/>
          <p:cNvSpPr/>
          <p:nvPr/>
        </p:nvSpPr>
        <p:spPr>
          <a:xfrm>
            <a:off x="1737360" y="4069080"/>
            <a:ext cx="1920240" cy="1371600"/>
          </a:xfrm>
          <a:prstGeom prst="ellipse">
            <a:avLst/>
          </a:prstGeom>
          <a:solidFill>
            <a:srgbClr val="2563EB">
              <a:alpha val="20000"/>
            </a:srgbClr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468880" y="4526280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Montserrat"/>
              </a:rPr>
              <a:t>A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5486400" y="3611880"/>
            <a:ext cx="59436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lee «A está contenido en B» o «A es subconjunto de B».</a:t>
            </a:r>
          </a:p>
          <a:p>
            <a:pPr>
              <a:spcAft>
                <a:spcPts val="12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Todo elemento de A está también en B. No sobra ninguno.</a:t>
            </a:r>
          </a:p>
          <a:p>
            <a:pPr>
              <a:spcAft>
                <a:spcPts val="12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además existe algún elemento de B que no está en A, se escribe A ⊂ B y se dice subconjunto propio.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68096" y="5623560"/>
            <a:ext cx="10652760" cy="5943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1051560" y="574243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Observe que la definición es un condicional cuantificado: por eso probar A ⊆ B es hacer una demostración directa.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∈ y ⊆ no son lo mismo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confusión más frecuente de todo el tema.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4031209561"/>
              </p:ext>
            </p:extLst>
          </p:nvPr>
        </p:nvGraphicFramePr>
        <p:xfrm>
          <a:off x="768096" y="2468880"/>
          <a:ext cx="10652759" cy="2011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8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5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4377378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Símbolo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Relaciona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Ejemplo correcto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∈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Un elemento con un conjunto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 ∈ { 1, 2, 3 }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⊆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Un conjunto con otro conjunto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{ 2 } ⊆ { 1, 2, 3 }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470916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485546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Regla para no equivocarse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5276088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la izquierda de ∈ va un elemento. A la izquierda de ⊆ va siempre un conjunto, con llaves.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08776" y="470916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485546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Un caso que confunde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5276088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 C = { 1, { 2 } }, entonces { 2 } ∈ C es verdadero: aquí { 2 } sí es un elemento de 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1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Demuestre que  A = { x ∈ ℤ : x es múltiplo de 6 }  ⊆  B = { x ∈ ℤ : x es par }.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514600"/>
          <a:ext cx="8412479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2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8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Paso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Sea x un elemento arbitrario de A.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⊆: se toma x ∈ 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x es múltiplo de 6, luego x = 6k con k entero.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x = 2(3k)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Álgebra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3k es entero, luego x es par.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x ∈ B. Como x era arbitrario, A ⊆ B.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Definición de B y de ⊆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59580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9509760" y="2651760"/>
            <a:ext cx="1920240" cy="21945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738360" y="2798064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El esquema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738360" y="3218688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Toda demostración de A ⊆ B empieza igual: «Sea x ∈ A arbitrario» y termina en «x ∈ B».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Igualdad de conjuntos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Dos conjuntos son iguales si tienen exactamente los mismos elementos.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51460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 = B      si y solo si      A ⊆ B    y    B ⊆ A</a:t>
            </a:r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371600" y="3611880"/>
            <a:ext cx="2194560" cy="1737360"/>
          </a:xfrm>
          <a:prstGeom prst="ellipse">
            <a:avLst/>
          </a:prstGeom>
          <a:solidFill>
            <a:srgbClr val="2563EB">
              <a:alpha val="18000"/>
            </a:srgbClr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103120" y="4343400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1E3A8A"/>
                </a:solidFill>
                <a:latin typeface="Montserrat"/>
              </a:rPr>
              <a:t>A</a:t>
            </a:r>
          </a:p>
        </p:txBody>
      </p:sp>
      <p:sp>
        <p:nvSpPr>
          <p:cNvPr id="111" name="Oval 110"/>
          <p:cNvSpPr/>
          <p:nvPr/>
        </p:nvSpPr>
        <p:spPr>
          <a:xfrm>
            <a:off x="3931920" y="3611880"/>
            <a:ext cx="2194560" cy="1737360"/>
          </a:xfrm>
          <a:prstGeom prst="ellipse">
            <a:avLst/>
          </a:prstGeom>
          <a:solidFill>
            <a:srgbClr val="0E9488">
              <a:alpha val="18000"/>
            </a:srgbClr>
          </a:solidFill>
          <a:ln w="19050"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663440" y="4343400"/>
            <a:ext cx="457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0E9488"/>
                </a:solidFill>
                <a:latin typeface="Montserrat"/>
              </a:rPr>
              <a:t>B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108960" y="3794760"/>
            <a:ext cx="914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E3A8A"/>
                </a:solidFill>
                <a:latin typeface="Montserrat"/>
              </a:rPr>
              <a:t>⊆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108960" y="4800600"/>
            <a:ext cx="914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E3A8A"/>
                </a:solidFill>
                <a:latin typeface="Montserrat"/>
              </a:rPr>
              <a:t>⊇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720840" y="3566160"/>
            <a:ext cx="4700016" cy="1828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6949440" y="3712464"/>
            <a:ext cx="42428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El método de la doble contenencia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949440" y="4133088"/>
            <a:ext cx="424281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probar A = B hay que hacer dos demostraciones, una en cada dirección.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Primero se prueba A ⊆ B y después B ⊆ A.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68096" y="5532120"/>
            <a:ext cx="10652760" cy="64008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1051560" y="566928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misma idea del bicondicional de la sesión 2: p ↔ q equivale a (p → q) ∧ (q → p). Aquí se demuestra en las dos direcciones.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2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Demuestre que  A = { x ∈ ℤ : x es par }  =  B = { x ∈ ℤ : x = 2k para algún entero k }.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560320"/>
          <a:ext cx="10652759" cy="24688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04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8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Dirección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Desarrollo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 ⊆ B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Sea x ∈ A arbitrario. x es par, luego por definición existe k entero con x = 2k. Entonces x ∈ B.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B ⊆ 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Sea x ∈ B arbitrario. Entonces x = 2k con k entero, que es exactamente la definición de par. Entonces x ∈ A.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Conclusión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Como se cumplen las dos contenencias, A = B.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212080"/>
            <a:ext cx="10652760" cy="9601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394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Este ejemplo parece trivial y por eso es útil: muestra que la igualdad se prueba siempre con la misma estructura, aunque el contenido sea evidente. En el parcial se evalúa la estructura.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2: contenencia e igualdad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Demuestre cada afirmación con el esquema visto.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97480"/>
            <a:ext cx="10652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{ x ∈ ℤ : x es múltiplo de 4 }  ⊆  { x ∈ ℤ : x es par }</a:t>
            </a:r>
          </a:p>
          <a:p>
            <a:pPr>
              <a:spcAft>
                <a:spcPts val="2400"/>
              </a:spcAft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{ x ∈ ℤ : x es impar }  =  { x ∈ ℤ : x = 2k + 1 para algún entero k }</a:t>
            </a:r>
          </a:p>
          <a:p>
            <a:pPr>
              <a:spcAft>
                <a:spcPts val="2400"/>
              </a:spcAft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¿Es cierto que  { x ∈ ℤ : x es par }  ⊆  { x ∈ ℤ : x es múltiplo de 4 }?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Desarrollo de cada punto.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560320"/>
          <a:ext cx="10652759" cy="21945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13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Respuesta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Sea x múltiplo de 4: x = 4k = 2(2k). Como 2k es entero, x es par. Luego la contenencia se cumple.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Doble contenencia: en ambas direcciones se usa la definición de impar, que es literalmente x = 2k + 1.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Falso. Contraejemplo: x = 6 es par, pero 6 no es múltiplo de 4. Basta ese caso para refutarlo.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4937760"/>
            <a:ext cx="10652760" cy="12344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0749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Lo que muestra el punto 3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51560" y="5440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contenencia no es simétrica: que A ⊆ B se cumpla no dice nada sobre B ⊆ A. Por eso la igualdad exige demostrar las dos direcciones por separado.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El conjunto vacío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conjunto sin elementos, y su propiedad más sorprendente.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871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Para todo conjunto A,  se cumple  ∅ ⊆ A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38328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352958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¿Por qué?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996696" y="395020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∅ ⊆ A significa ∀x (x ∈ ∅ → x ∈ A).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antecedente x ∈ ∅ es siempre falso, y con antecedente falso el condicional es verdadero.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regla de la sesión 4.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08776" y="338328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352958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∅ frente a { ∅ }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437376" y="395020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∅ no tiene elementos:  |∅| = 0.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{ ∅ } tiene un elemento, que es el conjunto vacío:  |{ ∅ }| = 1.</a:t>
            </a:r>
          </a:p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 son el mismo conjunto.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Este es un buen ejemplo de por qué convenía entender bien el condicional: una propiedad que parece rara se explica sola con la tabla de verdad.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Conjunto potencia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conjunto de todos los subconjuntos de un conjunto dado.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871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P(A)  =  { X  :  X ⊆ A }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383280"/>
            <a:ext cx="5212080" cy="21488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352958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 A = { a, b }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996696" y="3950208"/>
            <a:ext cx="47548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P(A) = { ∅,  { a },  { b },  { a, b } }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Son cuatro subconjuntos: el vacío, los dos de un elemento y el conjunto completo.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208776" y="3383280"/>
            <a:ext cx="5212080" cy="21488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352958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Dos que nunca faltan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437376" y="3950208"/>
            <a:ext cx="47548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conjunto vacío ∅ siempre es subconjunto.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propio conjunto A también lo es, porque A ⊆ A.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5669280"/>
            <a:ext cx="10652760" cy="5486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1051560" y="578815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elementos de P(A) son conjuntos, no elementos de A. Por eso se escriben con llaves.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3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Calcule P(A) para  A = { 1, 2, 3 }.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514600"/>
          <a:ext cx="7589518" cy="26517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21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1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Tamaño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Subconjuntos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Cuántos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0 elementos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∅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 elemento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{ 1 },  { 2 },  { 3 }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 elementos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{ 1, 2 },  { 1, 3 },  { 2, 3 }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 elementos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{ 1, 2, 3 }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8686800" y="2651760"/>
            <a:ext cx="2743200" cy="23774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8915400" y="279806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Resultado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8915400" y="3218688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|A| = 3</a:t>
            </a:r>
          </a:p>
          <a:p>
            <a:pPr>
              <a:spcAft>
                <a:spcPts val="800"/>
              </a:spcAft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|P(A)| = 8</a:t>
            </a:r>
          </a:p>
          <a:p>
            <a:pPr>
              <a:spcAft>
                <a:spcPts val="800"/>
              </a:spcAft>
            </a:pPr>
            <a:r>
              <a:rPr lang="en-US" sz="15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Y 8 = 2³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1051560" y="55321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Estrategia para no olvidar ninguno: agrupe por tamaño, empezando en el vacío y terminando en el conjunto completo. Así se ve de inmediato si falta alguno.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Cardinalidad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número de elementos de un conjunto finito.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4871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Si  |A| = n,  entonces  |P(A)| = 2ⁿ</a:t>
            </a:r>
            <a:endParaRPr/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768096" y="3429000"/>
          <a:ext cx="640080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|A|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|P(A)|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16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32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0" name="Rounded Rectangle 109"/>
          <p:cNvSpPr/>
          <p:nvPr/>
        </p:nvSpPr>
        <p:spPr>
          <a:xfrm>
            <a:off x="7406640" y="3383280"/>
            <a:ext cx="4023360" cy="21031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7635240" y="352958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Por qué 2ⁿ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7635240" y="3950208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armar un subconjunto se decide, por cada elemento, si entra o no entra.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Son dos opciones por elemento y n elementos: 2 · 2 · … · 2 = 2ⁿ.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4892040"/>
            <a:ext cx="6400800" cy="12801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1051560" y="5074920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Crece muy rápido: con 10 elementos hay 1024 subconjuntos y con 20 más de un millón. Volveremos a este conteo en la sesión de principios de conteo.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3: potencia y cardinalidad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Resuelva justificando cada respuesta.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651760"/>
            <a:ext cx="1065276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2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Escriba P(B) para  B = { a, b, c }  y verifique que |P(B)| = 2³.</a:t>
            </a:r>
          </a:p>
          <a:p>
            <a:pPr>
              <a:spcAft>
                <a:spcPts val="22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Si |C| = 6, ¿cuántos subconjuntos tiene C?</a:t>
            </a:r>
          </a:p>
          <a:p>
            <a:pPr>
              <a:spcAft>
                <a:spcPts val="22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¿Cuántos elementos tiene  P(∅)?  Escríbalo.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768096" y="4709160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4)   Decida verdadero o falso y justifique:</a:t>
            </a:r>
          </a:p>
          <a:p>
            <a:pPr>
              <a:spcAft>
                <a:spcPts val="800"/>
              </a:spcAft>
            </a:pPr>
            <a:r>
              <a:rPr lang="en-US" sz="16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       ∅ ∈ P(A)          ∅ ⊆ P(A)          A ∈ P(A)          { A } ⊆ P(A)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577840"/>
            <a:ext cx="10652760" cy="64008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1051560" y="5715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punto 4 mezcla ∈ y ⊆ a propósito. Pregúntese en cada caso: ¿lo de la izquierda es un elemento de P(A) o es un conjunto de elementos de P(A)?</a:t>
            </a:r>
            <a:endParaRPr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6CD84F-9A68-A47E-7A84-8DD6ECB74B9A}"/>
              </a:ext>
            </a:extLst>
          </p:cNvPr>
          <p:cNvSpPr txBox="1"/>
          <p:nvPr/>
        </p:nvSpPr>
        <p:spPr>
          <a:xfrm>
            <a:off x="1175657" y="4246602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A={1,2}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Respuestas y justificación.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60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3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6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3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Respuesta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Justificación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P(B) = { ∅, {a}, {b}, {c}, {a,b}, {a,c}, {b,c}, {a,b,c} }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Son 8 = 2³.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64 subconjuntos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2⁶ = 64.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P(∅) = { ∅ },  con un elemento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2⁰ = 1. El único subconjunto del vacío es el vacío.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∅ ∈ P(A): V  ·  ∅ ⊆ P(A): V  ·  A ∈ P(A): V  ·  { A } ⊆ P(A): V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Los cuatro son verdaderos, pero por razones distintas.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5040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el punto 4: ∅ y A son elementos de P(A) porque ambos son subconjuntos de A. Y { A } ⊆ P(A) porque es un conjunto cuyo único elemento, A, pertenece a P(A).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Errores frecuentes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cuatro que más cuestan puntos en el parcial.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Confundir ∈ con ⊆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Escribir 2 ⊆ { 1, 2, 3 }. A la izquierda de ⊆ va un conjunto, con llaves.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Creer que ∅ = { ∅ }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primero no tiene elementos; el segundo tiene uno. Sus cardinalidades son 0 y 1.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99669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Probar igualdad en una sola dirección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99669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= B exige demostrar A ⊆ B y también B ⊆ A. Con una sola no basta.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20877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643737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Olvidar ∅ y A en P(A)</a:t>
            </a:r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643737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Al listar los subconjuntos siempre faltan esos dos. Empiece por ellos.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Mañana: Actividad Evaluativa 2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Prueba de lógica de predicados y argumentación — viernes 11 de septiembre, 10 %.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Qué entra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Cuantificadores anidados: traducción, orden y negación.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Valor de verdad de fórmulas cuantificadas, con testigo o contraejemplo.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cuatro métodos de demostración: directa, contraposición, contradicción y contraejemplo.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Análisis de demostraciones incorrectas.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Qué NO entra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 evaluado en la Actividad Evaluativa 1.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Teoría de conjuntos: lo de hoy se evalúa en la Actividad Evaluativa 3, el 9 de octubre.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25780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1051560" y="5440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individual y escrita. Traiga el documento de identidad: pasados quince minutos de iniciada no se permite el ingreso.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Trabajo independiente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desarrollar fuera del horario de clase.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Para la evaluación de mañana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Repase las sesiones 6, 7 y 8: cuantificadores anidados y los cuatro métodos de demostración.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Rehaga las demostraciones del trabajo independiente de la sesión 8.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Sobre lo de hoy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Lea la sección 2.1 de Johnsonbaugh: conjuntos.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Demuestre que { x ∈ ℤ : x es múltiplo de 10 } ⊆ { x ∈ ℤ : x es par }.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Escriba P(D) para D = { 1, 2, 3, 4 } y verifique la fórmula 2ⁿ.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Próxima sesión: operaciones entre conjuntos, identidades y diagramas de Venn.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F1A998DF485741973047B0282D7461" ma:contentTypeVersion="4" ma:contentTypeDescription="Crear nuevo documento." ma:contentTypeScope="" ma:versionID="1b70b2faf0ee7eb4a2a5c078e35f5067">
  <xsd:schema xmlns:xsd="http://www.w3.org/2001/XMLSchema" xmlns:xs="http://www.w3.org/2001/XMLSchema" xmlns:p="http://schemas.microsoft.com/office/2006/metadata/properties" xmlns:ns2="539bfd63-48c4-4ceb-ad51-e3b6b1d74c20" targetNamespace="http://schemas.microsoft.com/office/2006/metadata/properties" ma:root="true" ma:fieldsID="935c1bb362677d2a5e464ee38cef8249" ns2:_="">
    <xsd:import namespace="539bfd63-48c4-4ceb-ad51-e3b6b1d74c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bfd63-48c4-4ceb-ad51-e3b6b1d74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88521E-61ED-4F45-B1B4-1DD77D94DB22}">
  <ds:schemaRefs>
    <ds:schemaRef ds:uri="539bfd63-48c4-4ceb-ad51-e3b6b1d74c2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2A1A5F-7253-4080-B5DF-B5BC64A6EA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9bfd63-48c4-4ceb-ad51-e3b6b1d74c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3619</TotalTime>
  <Words>2595</Words>
  <Application>Microsoft Office PowerPoint</Application>
  <PresentationFormat>Panorámica</PresentationFormat>
  <Paragraphs>298</Paragraphs>
  <Slides>24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Inter</vt:lpstr>
      <vt:lpstr>Inter SemiBold</vt:lpstr>
      <vt:lpstr>Montserrat</vt:lpstr>
      <vt:lpstr>Roboto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95</cp:revision>
  <dcterms:created xsi:type="dcterms:W3CDTF">2022-07-12T20:27:57Z</dcterms:created>
  <dcterms:modified xsi:type="dcterms:W3CDTF">2026-09-10T14:48:35Z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0x010100E0F1A998DF485741973047B0282D7461</vt:lpwstr>
  </property>
</Properties>
</file>